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62" r:id="rId7"/>
    <p:sldId id="279" r:id="rId8"/>
    <p:sldId id="280" r:id="rId9"/>
    <p:sldId id="282" r:id="rId10"/>
    <p:sldId id="28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84" r:id="rId21"/>
    <p:sldId id="285" r:id="rId22"/>
    <p:sldId id="276" r:id="rId23"/>
    <p:sldId id="286" r:id="rId24"/>
    <p:sldId id="287" r:id="rId25"/>
    <p:sldId id="288" r:id="rId26"/>
    <p:sldId id="289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3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5DC12-2F0A-2AD5-2698-C0FA3E95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625" y="1420322"/>
            <a:ext cx="11236750" cy="2677648"/>
          </a:xfrm>
        </p:spPr>
        <p:txBody>
          <a:bodyPr/>
          <a:lstStyle/>
          <a:p>
            <a:pPr algn="ctr"/>
            <a:r>
              <a:rPr lang="es-ES" sz="6000" b="0" i="0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Android </a:t>
            </a:r>
            <a:r>
              <a:rPr lang="es-ES" sz="6000" b="0" i="0" u="none" strike="noStrike" baseline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studio</a:t>
            </a:r>
            <a:endParaRPr lang="es-ES" sz="6000" dirty="0">
              <a:solidFill>
                <a:schemeClr val="tx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74B8CA-1A06-8191-B0EF-9BF91DF36C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Praktika-01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FDB7C1A-3F97-7E19-5A24-52771BA1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7" y="636097"/>
            <a:ext cx="1736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9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3162300"/>
            <a:ext cx="11267258" cy="2857500"/>
          </a:xfrm>
        </p:spPr>
        <p:txBody>
          <a:bodyPr>
            <a:normAutofit/>
          </a:bodyPr>
          <a:lstStyle/>
          <a:p>
            <a:pPr algn="just"/>
            <a:endParaRPr lang="es-ES" sz="1800" b="0" i="0" u="none" strike="noStrike" baseline="0" dirty="0">
              <a:solidFill>
                <a:srgbClr val="000000"/>
              </a:solidFill>
              <a:latin typeface="Perpetua" panose="02020502060401020303" pitchFamily="18" charset="0"/>
            </a:endParaRPr>
          </a:p>
          <a:p>
            <a:pPr marL="0" indent="0" algn="just">
              <a:buNone/>
            </a:pPr>
            <a:r>
              <a:rPr lang="es-ES" sz="2400" kern="1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Praktika</a:t>
            </a:r>
            <a:r>
              <a:rPr lang="es-ES" sz="24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honen</a:t>
            </a:r>
            <a:r>
              <a:rPr lang="es-ES" sz="24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helburu</a:t>
            </a:r>
            <a:r>
              <a:rPr lang="es-ES" sz="24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RadioButton</a:t>
            </a:r>
            <a:r>
              <a:rPr lang="es-ES" sz="24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motako</a:t>
            </a:r>
            <a:r>
              <a:rPr lang="es-ES" sz="24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kontrolak</a:t>
            </a:r>
            <a:r>
              <a:rPr lang="es-ES" sz="24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behar</a:t>
            </a:r>
            <a:r>
              <a:rPr lang="es-ES" sz="24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dituen</a:t>
            </a:r>
            <a:r>
              <a:rPr lang="es-ES" sz="24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programa baten </a:t>
            </a:r>
            <a:r>
              <a:rPr lang="es-ES" sz="2400" kern="1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inplementazioa</a:t>
            </a:r>
            <a:r>
              <a:rPr lang="es-ES" sz="24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da. </a:t>
            </a:r>
            <a:r>
              <a:rPr lang="es-ES" sz="2400" kern="1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RadioButton</a:t>
            </a:r>
            <a:r>
              <a:rPr lang="es-ES" sz="24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multzo</a:t>
            </a:r>
            <a:r>
              <a:rPr lang="es-ES" sz="24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bat </a:t>
            </a:r>
            <a:r>
              <a:rPr lang="es-ES" sz="2400" kern="1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nola</a:t>
            </a:r>
            <a:r>
              <a:rPr lang="es-ES" sz="24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elkartu</a:t>
            </a:r>
            <a:r>
              <a:rPr lang="es-ES" sz="24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ikasiko</a:t>
            </a:r>
            <a:r>
              <a:rPr lang="es-ES" sz="24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dugu</a:t>
            </a:r>
            <a:r>
              <a:rPr lang="es-ES" sz="24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eta </a:t>
            </a:r>
            <a:r>
              <a:rPr lang="es-ES" sz="2400" kern="1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zein</a:t>
            </a:r>
            <a:r>
              <a:rPr lang="es-ES" sz="24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hautatu</a:t>
            </a:r>
            <a:r>
              <a:rPr lang="es-ES" sz="24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den </a:t>
            </a:r>
            <a:r>
              <a:rPr lang="es-ES" sz="2400" kern="1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egiaztatuko</a:t>
            </a:r>
            <a:r>
              <a:rPr lang="es-ES" sz="24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dugu</a:t>
            </a:r>
            <a:r>
              <a:rPr lang="es-ES" sz="24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pPr marL="0" indent="0" algn="just"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761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441542"/>
            <a:ext cx="11133056" cy="357825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Lehenik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proiektu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sortuko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horretarako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gomendatzen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Empty</a:t>
            </a:r>
            <a:r>
              <a:rPr lang="es-ES" sz="2400" b="0" i="0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View </a:t>
            </a:r>
            <a:r>
              <a:rPr lang="es-ES" sz="2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E8B9A74-7CFE-AFED-7524-B7F63B19D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281" y="3607603"/>
            <a:ext cx="4226298" cy="3025774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BC22DCE6-6DFE-BBF9-01B7-F8BEA2D0B37A}"/>
              </a:ext>
            </a:extLst>
          </p:cNvPr>
          <p:cNvSpPr/>
          <p:nvPr/>
        </p:nvSpPr>
        <p:spPr>
          <a:xfrm>
            <a:off x="7004117" y="4815400"/>
            <a:ext cx="1316914" cy="1204399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1871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36253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Proiektu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Praktika01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diogu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gainontzeko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proiektuak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gorde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ditugun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toki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berdinean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gordeko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Finish-eri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emonda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proiektua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hasiko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pazientzia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mesedez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pixkat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geldoa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baita.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38F727F-1DFD-99C6-DCD5-9C49DF3C7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891" y="3586550"/>
            <a:ext cx="4324218" cy="314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21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362539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egiaztatuko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dogu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fitxagegiak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ditugula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MainActivity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activity_main.xml (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layout-an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barnean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Android_manifest.xml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74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60600"/>
            <a:ext cx="11274457" cy="4597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Aplikazio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garaian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argi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dogu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aplikazioak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izango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itzura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diseinua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kasuan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diseinua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egingo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Ezaugarriak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EditText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motako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kontrol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Hint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propietatea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erabili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lvl="1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s-E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29E552E-A452-4C8B-82DE-27054C76F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4159496"/>
            <a:ext cx="7124700" cy="255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96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60600"/>
            <a:ext cx="11274457" cy="4597400"/>
          </a:xfrm>
        </p:spPr>
        <p:txBody>
          <a:bodyPr>
            <a:normAutofit/>
          </a:bodyPr>
          <a:lstStyle/>
          <a:p>
            <a:pPr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RadioButton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motako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control</a:t>
            </a:r>
          </a:p>
          <a:p>
            <a:pPr algn="just">
              <a:lnSpc>
                <a:spcPct val="107000"/>
              </a:lnSpc>
              <a:buFont typeface="+mj-lt"/>
              <a:buAutoNum type="arabicPeriod"/>
            </a:pPr>
            <a:endParaRPr lang="es-E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09B1552-2ED7-1CC9-B340-A67AF3167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46" y="5338680"/>
            <a:ext cx="2114845" cy="117173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BB2BD29-DAFC-2351-1A0F-68B931CD2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746" y="2880176"/>
            <a:ext cx="3284505" cy="211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48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60600"/>
            <a:ext cx="11274457" cy="45974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buNone/>
            </a:pPr>
            <a:endParaRPr lang="es-ES" sz="2400" kern="1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buNone/>
            </a:pPr>
            <a:endParaRPr lang="es-ES" sz="2400" kern="1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buNone/>
            </a:pPr>
            <a:endParaRPr lang="es-ES" sz="2400" kern="1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buNone/>
            </a:pP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Orain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radioGroup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-en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barruan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nahi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diren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aukerak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gehitu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radioButton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bakoitza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radioGroup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-era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eramanez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07000"/>
              </a:lnSpc>
              <a:buNone/>
            </a:pPr>
            <a:endParaRPr lang="es-ES" sz="2400" kern="1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buFont typeface="+mj-lt"/>
              <a:buAutoNum type="arabicPeriod"/>
            </a:pPr>
            <a:endParaRPr lang="es-E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AD58841-A89E-770D-8134-4819363DC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05" y="2260600"/>
            <a:ext cx="2872989" cy="157747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BDC9BED-6AAF-77A1-F9DA-E6FE4625F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05" y="4876628"/>
            <a:ext cx="3299746" cy="19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866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60600"/>
            <a:ext cx="11274457" cy="4597400"/>
          </a:xfrm>
        </p:spPr>
        <p:txBody>
          <a:bodyPr>
            <a:normAutofit/>
          </a:bodyPr>
          <a:lstStyle/>
          <a:p>
            <a:pPr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Botoia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eta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emaitza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ikusteko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textView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gehitu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Gure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proiektuak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ondorengo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itzura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izan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behar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du.</a:t>
            </a:r>
          </a:p>
          <a:p>
            <a:pPr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s-E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B3D0EDA-F295-8E6D-DD22-3293C398D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810" y="3052980"/>
            <a:ext cx="3986640" cy="361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008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D4749CA-1CA8-BB2A-19D7-EB35C5CD4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623" y="2416465"/>
            <a:ext cx="5320753" cy="410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330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4339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Ezaugarrik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egiaztatuko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emuladorean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benetan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egindakoa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ikusten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dela.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Horretarako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emuladorea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martxan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jarriko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D7350A-F3AF-4340-D6FD-547F2267C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780" y="3429000"/>
            <a:ext cx="4112439" cy="2856112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3D931AE5-A935-9ACD-9F10-8D761125B0D9}"/>
              </a:ext>
            </a:extLst>
          </p:cNvPr>
          <p:cNvSpPr/>
          <p:nvPr/>
        </p:nvSpPr>
        <p:spPr>
          <a:xfrm>
            <a:off x="6862713" y="4458878"/>
            <a:ext cx="952108" cy="631596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2990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36253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Emuladorerik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sortuta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badago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Sortu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pausoak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jarraituz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930C323-1535-0E09-FA4C-064B4E862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268" y="3092167"/>
            <a:ext cx="4820323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672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46D5650-2874-00C6-B36E-398907115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623" y="2356736"/>
            <a:ext cx="7086753" cy="439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325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ube 8">
            <a:extLst>
              <a:ext uri="{FF2B5EF4-FFF2-40B4-BE49-F238E27FC236}">
                <a16:creationId xmlns:a16="http://schemas.microsoft.com/office/drawing/2014/main" id="{953B61F3-E87E-C8B0-3CEF-90E658E28028}"/>
              </a:ext>
            </a:extLst>
          </p:cNvPr>
          <p:cNvSpPr/>
          <p:nvPr/>
        </p:nvSpPr>
        <p:spPr>
          <a:xfrm>
            <a:off x="389640" y="3893270"/>
            <a:ext cx="6388231" cy="2139885"/>
          </a:xfrm>
          <a:prstGeom prst="cloud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4345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sistemaren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irudia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denak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deskargatzeko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badute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S-a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bajatu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eguneratuta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badago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aukeraketa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besterik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egin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zure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emuladoreari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ezaugarriak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aldatzeko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emateko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ematen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E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Sortzeak</a:t>
            </a:r>
            <a: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denbora</a:t>
            </a:r>
            <a: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nahikotsu</a:t>
            </a:r>
            <a: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suposatzen</a:t>
            </a:r>
            <a:endParaRPr lang="es-E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du, </a:t>
            </a:r>
            <a:r>
              <a:rPr lang="es-E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pazientzia</a:t>
            </a:r>
            <a: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izan!!!!!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0A8B0D2-A285-2F62-2F06-A9CAC6F29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102" y="2575632"/>
            <a:ext cx="190517" cy="16765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58791D9-89BA-B02F-B66B-97C1CD999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6962" y="3646273"/>
            <a:ext cx="3051295" cy="304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858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4339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Martxan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dagoenean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irudia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azalduko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zaigu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296979B-2632-8F83-C355-66F54C22A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80" y="2974557"/>
            <a:ext cx="5197290" cy="7392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51F0CD6-32FB-40B4-664D-1339D1665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491" y="2974557"/>
            <a:ext cx="3687329" cy="355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770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4339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Emuladorea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martxan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dagoenean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aplikazioa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exekutatzea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besterik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zaigu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falta :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Oharra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 Emuladore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gehiago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izanez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aukeratua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egon beharko du.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622F22-8CF4-97B1-2870-A3438DF7D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024" y="3560999"/>
            <a:ext cx="7490811" cy="706964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E683B02F-FA81-9AB8-F7A4-C3B10ABB5414}"/>
              </a:ext>
            </a:extLst>
          </p:cNvPr>
          <p:cNvSpPr/>
          <p:nvPr/>
        </p:nvSpPr>
        <p:spPr>
          <a:xfrm>
            <a:off x="7211505" y="3429000"/>
            <a:ext cx="1168924" cy="963891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0218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ube 8">
            <a:extLst>
              <a:ext uri="{FF2B5EF4-FFF2-40B4-BE49-F238E27FC236}">
                <a16:creationId xmlns:a16="http://schemas.microsoft.com/office/drawing/2014/main" id="{953B61F3-E87E-C8B0-3CEF-90E658E28028}"/>
              </a:ext>
            </a:extLst>
          </p:cNvPr>
          <p:cNvSpPr/>
          <p:nvPr/>
        </p:nvSpPr>
        <p:spPr>
          <a:xfrm>
            <a:off x="639451" y="2488676"/>
            <a:ext cx="10913098" cy="3544479"/>
          </a:xfrm>
          <a:prstGeom prst="cloud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 err="1"/>
              <a:t>Exekuzioak</a:t>
            </a:r>
            <a:r>
              <a:rPr lang="es-ES" sz="3600" dirty="0"/>
              <a:t> </a:t>
            </a:r>
            <a:r>
              <a:rPr lang="es-ES" sz="3600" dirty="0" err="1"/>
              <a:t>bere</a:t>
            </a:r>
            <a:r>
              <a:rPr lang="es-ES" sz="3600" dirty="0"/>
              <a:t> </a:t>
            </a:r>
            <a:r>
              <a:rPr lang="es-ES" sz="3600" dirty="0" err="1"/>
              <a:t>denbora</a:t>
            </a:r>
            <a:r>
              <a:rPr lang="es-ES" sz="3600" dirty="0"/>
              <a:t> </a:t>
            </a:r>
            <a:r>
              <a:rPr lang="es-ES" sz="3600" dirty="0" err="1"/>
              <a:t>behar</a:t>
            </a:r>
            <a:r>
              <a:rPr lang="es-ES" sz="3600" dirty="0"/>
              <a:t> du. </a:t>
            </a:r>
            <a:r>
              <a:rPr lang="es-ES" sz="3600" dirty="0" err="1"/>
              <a:t>Berriz</a:t>
            </a:r>
            <a:r>
              <a:rPr lang="es-ES" sz="3600" dirty="0"/>
              <a:t> ere PAZIENTZIA!!!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340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4339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Lortu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beharreko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6EFFB74-E7BF-5AEF-74B8-7D311E12F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202" y="2394408"/>
            <a:ext cx="2134998" cy="420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896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90714"/>
            <a:ext cx="11274457" cy="4567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diseinua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amaituta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aplikazioaren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portaera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programatu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beharko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MaintActivity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abiatuko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lehenik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definituko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ahaztu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import-ak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gehitzeaz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5857E7D-B08A-D73E-7809-536B35B11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378" y="3986464"/>
            <a:ext cx="4905244" cy="246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520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90714"/>
            <a:ext cx="11274457" cy="4567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Aldagaiak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definitu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ostean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hasieraketak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burutu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32CB046-9A4A-A74E-E1F6-5A04BAFC7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682" y="3313361"/>
            <a:ext cx="6020636" cy="275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32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90714"/>
            <a:ext cx="11274457" cy="4567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Aldagaiak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definitu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ostean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hasieraketak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burutu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32CB046-9A4A-A74E-E1F6-5A04BAFC7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682" y="3313361"/>
            <a:ext cx="6020636" cy="275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015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90714"/>
            <a:ext cx="11274457" cy="4567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Botoiaren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portaera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definituko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idatziz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hitza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azalduko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zaizkigu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Niri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interesatzen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zaidana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setOnClickListener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C1490B1-73AB-7074-993E-457B6C822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782" y="3425485"/>
            <a:ext cx="6727296" cy="3355986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5A5F3573-0AC0-BA85-B337-335148E2FC5E}"/>
              </a:ext>
            </a:extLst>
          </p:cNvPr>
          <p:cNvSpPr/>
          <p:nvPr/>
        </p:nvSpPr>
        <p:spPr>
          <a:xfrm>
            <a:off x="3162322" y="5103478"/>
            <a:ext cx="3738099" cy="571458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97490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759D6914-99F6-13BD-1E04-763FBDA82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277" y="3994672"/>
            <a:ext cx="9533446" cy="2217612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472" y="9355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5A5F3573-0AC0-BA85-B337-335148E2FC5E}"/>
              </a:ext>
            </a:extLst>
          </p:cNvPr>
          <p:cNvSpPr/>
          <p:nvPr/>
        </p:nvSpPr>
        <p:spPr>
          <a:xfrm>
            <a:off x="1203472" y="5857213"/>
            <a:ext cx="9785056" cy="571458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5F7C308-3A87-008F-C18D-4F25E4CD3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794" y="2443791"/>
            <a:ext cx="6078412" cy="121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4672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472" y="9355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praktika-Funtzio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barik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7A49ECF-513C-75D7-A302-5F8E1C105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014" y="2317603"/>
            <a:ext cx="7493972" cy="428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954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472" y="9355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praktika-Funtzio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barik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F26F28A-D8A8-2B7F-E3B9-F7F4CAAB5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300" y="2449702"/>
            <a:ext cx="7103400" cy="4090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6560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472" y="9355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praktika-Funtzioekin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8935554-1934-1DED-281E-867D77C11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268" y="2340019"/>
            <a:ext cx="5283464" cy="445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9226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{8CE52295-FD27-492C-84C7-95F108672C99}tf02900722</Template>
  <TotalTime>6026</TotalTime>
  <Words>419</Words>
  <Application>Microsoft Office PowerPoint</Application>
  <PresentationFormat>Panorámica</PresentationFormat>
  <Paragraphs>128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5" baseType="lpstr">
      <vt:lpstr>Algerian</vt:lpstr>
      <vt:lpstr>Arial</vt:lpstr>
      <vt:lpstr>Calibri</vt:lpstr>
      <vt:lpstr>Century Gothic</vt:lpstr>
      <vt:lpstr>Corbel</vt:lpstr>
      <vt:lpstr>Perpetua</vt:lpstr>
      <vt:lpstr>Symbol</vt:lpstr>
      <vt:lpstr>Wingdings 3</vt:lpstr>
      <vt:lpstr>Sala de reuniones Ion</vt:lpstr>
      <vt:lpstr>Android studio</vt:lpstr>
      <vt:lpstr> helburua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praktika-Funtzio barik</vt:lpstr>
      <vt:lpstr> praktika-Funtzio barik</vt:lpstr>
      <vt:lpstr> praktika-Funtzioekin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lorea mendieta lastra</dc:creator>
  <cp:lastModifiedBy>lorea mendieta lastra</cp:lastModifiedBy>
  <cp:revision>15</cp:revision>
  <dcterms:created xsi:type="dcterms:W3CDTF">2024-08-04T10:10:26Z</dcterms:created>
  <dcterms:modified xsi:type="dcterms:W3CDTF">2024-08-18T12:07:08Z</dcterms:modified>
</cp:coreProperties>
</file>