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8/10/2024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Kotlin-Lehenengo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proiektua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endParaRPr lang="es-ES" sz="1800" b="0" i="0" u="none" strike="noStrike" baseline="0" dirty="0">
              <a:solidFill>
                <a:srgbClr val="000000"/>
              </a:solidFill>
              <a:latin typeface="Perpetua" panose="02020502060401020303" pitchFamily="18" charset="0"/>
            </a:endParaRPr>
          </a:p>
          <a:p>
            <a:pPr marL="0" indent="0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helburu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nagusia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ulertzea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761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441542"/>
            <a:ext cx="11133056" cy="357825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proiektu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gomendatzen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b="0" i="0" u="none" strike="noStrike" baseline="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Empty</a:t>
            </a:r>
            <a:r>
              <a:rPr lang="es-ES" sz="2400" b="0" i="0" u="none" strike="noStrike" baseline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View </a:t>
            </a:r>
            <a:r>
              <a:rPr lang="es-ES" sz="2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Activity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E8B9A74-7CFE-AFED-7524-B7F63B19D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1281" y="3607603"/>
            <a:ext cx="4226298" cy="3025774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BC22DCE6-6DFE-BBF9-01B7-F8BEA2D0B37A}"/>
              </a:ext>
            </a:extLst>
          </p:cNvPr>
          <p:cNvSpPr/>
          <p:nvPr/>
        </p:nvSpPr>
        <p:spPr>
          <a:xfrm>
            <a:off x="7004117" y="4815400"/>
            <a:ext cx="1316914" cy="1204399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1871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3625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Proiektu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Praktika00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gainontzeko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proiektuak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gorde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ditugun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toki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berdinean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gordeko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Finish-eri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emonda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proiektua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pazientzia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mesedez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pixkat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geldoa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baita.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38F727F-1DFD-99C6-DCD5-9C49DF3C7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891" y="3586550"/>
            <a:ext cx="4324218" cy="3147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21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E8B9A74-7CFE-AFED-7524-B7F63B19D9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3170" y="2486025"/>
            <a:ext cx="5687545" cy="4071938"/>
          </a:xfr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C22DCE6-6DFE-BBF9-01B7-F8BEA2D0B37A}"/>
              </a:ext>
            </a:extLst>
          </p:cNvPr>
          <p:cNvSpPr/>
          <p:nvPr/>
        </p:nvSpPr>
        <p:spPr>
          <a:xfrm>
            <a:off x="7220933" y="3921550"/>
            <a:ext cx="1772239" cy="1781666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7246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36253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egiaztatuko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dogu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fitxagegiak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ditugula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MainActivity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activity_main.xml (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layout-an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Android_manifest.xml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4635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garaian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argi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dogu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diseinua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diseinua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Textview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txtTextua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Tamainua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34sp</a:t>
            </a: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Estiloa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Beltzean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Button</a:t>
            </a: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btnSakatu</a:t>
            </a: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Tamainua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34sp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C33FF9E-FBD6-245C-BFF3-94D4FF097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830" y="3277988"/>
            <a:ext cx="2065199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9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egiaztatuko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egindakoa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dela.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martxan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jarriko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D7350A-F3AF-4340-D6FD-547F2267C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780" y="3429000"/>
            <a:ext cx="4112439" cy="2856112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3D931AE5-A935-9ACD-9F10-8D761125B0D9}"/>
              </a:ext>
            </a:extLst>
          </p:cNvPr>
          <p:cNvSpPr/>
          <p:nvPr/>
        </p:nvSpPr>
        <p:spPr>
          <a:xfrm>
            <a:off x="6862713" y="4458878"/>
            <a:ext cx="952108" cy="631596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2990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3625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sortuta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Sortu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pausoak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jarraituz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30C323-1535-0E09-FA4C-064B4E862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268" y="3092167"/>
            <a:ext cx="4820323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672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6D5650-2874-00C6-B36E-398907115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623" y="2356736"/>
            <a:ext cx="7086753" cy="439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25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ube 8">
            <a:extLst>
              <a:ext uri="{FF2B5EF4-FFF2-40B4-BE49-F238E27FC236}">
                <a16:creationId xmlns:a16="http://schemas.microsoft.com/office/drawing/2014/main" id="{953B61F3-E87E-C8B0-3CEF-90E658E28028}"/>
              </a:ext>
            </a:extLst>
          </p:cNvPr>
          <p:cNvSpPr/>
          <p:nvPr/>
        </p:nvSpPr>
        <p:spPr>
          <a:xfrm>
            <a:off x="389640" y="3893270"/>
            <a:ext cx="6388231" cy="2139885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45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sistemaren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irudia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deskargatzeko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S-a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bajatu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eguneratuta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aukeraketa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zure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emateko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Sortzeak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denbora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nahikotsu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suposatzen</a:t>
            </a:r>
            <a:endParaRPr lang="es-E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du, </a:t>
            </a:r>
            <a:r>
              <a:rPr lang="es-ES" sz="2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pazientzia</a:t>
            </a:r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izan!!!!!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0A8B0D2-A285-2F62-2F06-A9CAC6F29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102" y="2575632"/>
            <a:ext cx="190517" cy="16765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58791D9-89BA-B02F-B66B-97C1CD999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6962" y="3646273"/>
            <a:ext cx="3051295" cy="304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858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Martxan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irudia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azalduko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96979B-2632-8F83-C355-66F54C22A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80" y="2974557"/>
            <a:ext cx="5197290" cy="73920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C105D69-AC91-FEDB-7D6A-1BEDF20D5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923" y="1713403"/>
            <a:ext cx="2436997" cy="498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70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Emuladorea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martxan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exekutatzea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falta 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Oharra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 Emuladore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izanez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egon beharko du.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622F22-8CF4-97B1-2870-A3438DF7D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024" y="3560999"/>
            <a:ext cx="7490811" cy="706964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E683B02F-FA81-9AB8-F7A4-C3B10ABB5414}"/>
              </a:ext>
            </a:extLst>
          </p:cNvPr>
          <p:cNvSpPr/>
          <p:nvPr/>
        </p:nvSpPr>
        <p:spPr>
          <a:xfrm>
            <a:off x="7211505" y="3429000"/>
            <a:ext cx="1168924" cy="963891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0218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ube 8">
            <a:extLst>
              <a:ext uri="{FF2B5EF4-FFF2-40B4-BE49-F238E27FC236}">
                <a16:creationId xmlns:a16="http://schemas.microsoft.com/office/drawing/2014/main" id="{953B61F3-E87E-C8B0-3CEF-90E658E28028}"/>
              </a:ext>
            </a:extLst>
          </p:cNvPr>
          <p:cNvSpPr/>
          <p:nvPr/>
        </p:nvSpPr>
        <p:spPr>
          <a:xfrm>
            <a:off x="639451" y="2488676"/>
            <a:ext cx="10913098" cy="3544479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 err="1"/>
              <a:t>Exekuzioak</a:t>
            </a:r>
            <a:r>
              <a:rPr lang="es-ES" sz="3600" dirty="0"/>
              <a:t> </a:t>
            </a:r>
            <a:r>
              <a:rPr lang="es-ES" sz="3600" dirty="0" err="1"/>
              <a:t>bere</a:t>
            </a:r>
            <a:r>
              <a:rPr lang="es-ES" sz="3600" dirty="0"/>
              <a:t> </a:t>
            </a:r>
            <a:r>
              <a:rPr lang="es-ES" sz="3600" dirty="0" err="1"/>
              <a:t>denbora</a:t>
            </a:r>
            <a:r>
              <a:rPr lang="es-ES" sz="3600" dirty="0"/>
              <a:t> </a:t>
            </a:r>
            <a:r>
              <a:rPr lang="es-ES" sz="3600" dirty="0" err="1"/>
              <a:t>behar</a:t>
            </a:r>
            <a:r>
              <a:rPr lang="es-ES" sz="3600" dirty="0"/>
              <a:t> du. </a:t>
            </a:r>
            <a:r>
              <a:rPr lang="es-ES" sz="3600" dirty="0" err="1"/>
              <a:t>Berriz</a:t>
            </a:r>
            <a:r>
              <a:rPr lang="es-ES" sz="3600" dirty="0"/>
              <a:t> ere PAZIENTZIA!!!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340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394408"/>
            <a:ext cx="11274457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Lortu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beharreko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99C5FB8-A3F1-4CEF-4B2F-5882923FC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389" y="2524557"/>
            <a:ext cx="2402548" cy="407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963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3" y="2394408"/>
            <a:ext cx="6813150" cy="4339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-a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aztertuz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sortutako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objetuen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Identifikadorea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osagaiek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jarritako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izenak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Hemendik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 @+id/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ezabatu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Taimainua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hontan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botoiari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egokitua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testua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Letran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tamaina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estiloa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000" dirty="0" err="1"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A5C55CF-BC89-1D6F-E5E5-9BC8522D6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012" y="2305022"/>
            <a:ext cx="3642580" cy="224795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4906DA0-77E6-F629-9C0E-3DEF01E30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052" y="4713503"/>
            <a:ext cx="4168501" cy="188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230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diseinua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amaituta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portaera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programatu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Xml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fitxategian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onclick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azaltzen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Holan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denboragaz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funtzionatzeari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utziko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diola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komenigarria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MainActivity.kt-ra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abiatuko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B9006D-045E-2D75-C6CF-E39C694F4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663" y="3166059"/>
            <a:ext cx="4715533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20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botoirako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lateinit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jarriko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hasieratuko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definizioaren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ostean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Honegaz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Button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osagaia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Bistan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barruan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topatu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berarekin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jolas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genezake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6B4BA80-C8BB-63AB-D49E-AA99C286B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7518" y="3196958"/>
            <a:ext cx="3622206" cy="2688648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D48A0368-05F3-9CAB-6BEB-9AA34C7381E7}"/>
              </a:ext>
            </a:extLst>
          </p:cNvPr>
          <p:cNvSpPr/>
          <p:nvPr/>
        </p:nvSpPr>
        <p:spPr>
          <a:xfrm>
            <a:off x="3947518" y="3169651"/>
            <a:ext cx="2573517" cy="460643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E3BB575-7CB5-3CB2-469B-D2DB0BCC499F}"/>
              </a:ext>
            </a:extLst>
          </p:cNvPr>
          <p:cNvSpPr/>
          <p:nvPr/>
        </p:nvSpPr>
        <p:spPr>
          <a:xfrm>
            <a:off x="4152136" y="5339149"/>
            <a:ext cx="3212969" cy="460643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5760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berriaren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ostean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puntu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jartzean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agertuko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zaizkigu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barne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16F88DC-C59B-7B3A-BF6E-B9803C013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133" y="3157978"/>
            <a:ext cx="6021994" cy="355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139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idatziz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click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hitza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aukera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azalduko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zaizkigu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Niri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interesatzen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zaidana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setOnClickListener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1490B1-73AB-7074-993E-457B6C822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352" y="3252788"/>
            <a:ext cx="6727296" cy="3355986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5A5F3573-0AC0-BA85-B337-335148E2FC5E}"/>
              </a:ext>
            </a:extLst>
          </p:cNvPr>
          <p:cNvSpPr/>
          <p:nvPr/>
        </p:nvSpPr>
        <p:spPr>
          <a:xfrm>
            <a:off x="3162322" y="5103478"/>
            <a:ext cx="3738099" cy="571458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9749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555D0B9C-1295-BAB4-8B4B-09B0054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90714"/>
            <a:ext cx="11274457" cy="45672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adierazten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gauza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entzuten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dela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erabiltzaileak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botoia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duela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egiaztatzeko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Log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Aplikazioa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exekutatuko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Botoia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sakatu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gertatzen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aztertu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EA40AC-0E87-F9BE-8382-54328335B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629" y="3429000"/>
            <a:ext cx="7040741" cy="108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54AA5A3-5160-85A4-C4C9-29CD5FC81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735" y="5127082"/>
            <a:ext cx="10028789" cy="1607959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6FA669FA-EF2F-C7A0-0AD2-D33005C9E3F5}"/>
              </a:ext>
            </a:extLst>
          </p:cNvPr>
          <p:cNvSpPr/>
          <p:nvPr/>
        </p:nvSpPr>
        <p:spPr>
          <a:xfrm>
            <a:off x="4553146" y="6026998"/>
            <a:ext cx="6626377" cy="594988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743180D-6C42-B37C-A902-F2BC9A2AD6D8}"/>
              </a:ext>
            </a:extLst>
          </p:cNvPr>
          <p:cNvSpPr/>
          <p:nvPr/>
        </p:nvSpPr>
        <p:spPr>
          <a:xfrm>
            <a:off x="1066800" y="5279482"/>
            <a:ext cx="848412" cy="594988"/>
          </a:xfrm>
          <a:prstGeom prst="ellips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0133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praktika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DDAC4BD-40DB-2E83-207E-7400B40D4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392" y="2956477"/>
            <a:ext cx="2713689" cy="52908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1024E59-D443-876B-21F7-FC050A104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282" y="3752262"/>
            <a:ext cx="5867908" cy="190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9904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5831</TotalTime>
  <Words>507</Words>
  <Application>Microsoft Office PowerPoint</Application>
  <PresentationFormat>Panorámica</PresentationFormat>
  <Paragraphs>139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Algerian</vt:lpstr>
      <vt:lpstr>Arial</vt:lpstr>
      <vt:lpstr>Century Gothic</vt:lpstr>
      <vt:lpstr>Corbel</vt:lpstr>
      <vt:lpstr>Perpetua</vt:lpstr>
      <vt:lpstr>Wingdings 3</vt:lpstr>
      <vt:lpstr>Sala de reuniones Ion</vt:lpstr>
      <vt:lpstr>Android studio</vt:lpstr>
      <vt:lpstr> helburua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  <vt:lpstr> praktika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11</cp:revision>
  <dcterms:created xsi:type="dcterms:W3CDTF">2024-08-04T10:10:26Z</dcterms:created>
  <dcterms:modified xsi:type="dcterms:W3CDTF">2024-08-11T11:30:40Z</dcterms:modified>
</cp:coreProperties>
</file>