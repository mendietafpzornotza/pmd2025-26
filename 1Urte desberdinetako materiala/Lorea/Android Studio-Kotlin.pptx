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berresleitzea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1.3.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1.4.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1.5.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orokorrak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2.1.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proposito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1AAE09-D4E8-FAC9-0A09-D2B8A216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26" y="3301253"/>
            <a:ext cx="1994348" cy="4223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8888B49-4B73-A531-44E3-F14E28D49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710" y="4529110"/>
            <a:ext cx="2301439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 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balde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Esleipen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baldean jarriko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9DD578-695D-F46F-6176-B30BA034D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158" y="4294625"/>
            <a:ext cx="1653683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Kode-lerro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zatiak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zatituko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Var: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erreserbatua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r: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identifikatzailea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5A1D76-D27B-48D2-1CDC-25781151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384" y="2356702"/>
            <a:ext cx="3132091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1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ikasten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ugarietako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41A618-1D38-B0C7-456A-0B5AB0CE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41" y="4221021"/>
            <a:ext cx="9189377" cy="16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2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alditan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8CA84C-1DF9-F080-5A02-DADB7E4F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02" y="3429000"/>
            <a:ext cx="1976596" cy="9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0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une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01FEF7-390D-955F-050A-350C78BE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35" y="3131584"/>
            <a:ext cx="2149026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C9A3DC-D292-9DA3-E13B-7F8C4CA2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785" y="3103485"/>
            <a:ext cx="2363525" cy="6510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3280BC-15B9-7AE7-A548-5A679D7F6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594" y="5032555"/>
            <a:ext cx="7398812" cy="142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8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3143883"/>
            <a:ext cx="11266820" cy="1893565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zerbaiten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6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letra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xehez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izendatu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8BA7DD-B393-B922-AFFE-980A2073E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13" y="3718847"/>
            <a:ext cx="5286034" cy="738732"/>
          </a:xfrm>
          <a:prstGeom prst="rect">
            <a:avLst/>
          </a:prstGeom>
        </p:spPr>
      </p:pic>
      <p:sp>
        <p:nvSpPr>
          <p:cNvPr id="8" name="Nube 7">
            <a:extLst>
              <a:ext uri="{FF2B5EF4-FFF2-40B4-BE49-F238E27FC236}">
                <a16:creationId xmlns:a16="http://schemas.microsoft.com/office/drawing/2014/main" id="{4A512A16-710E-4688-ECE1-E1BB9C2E7838}"/>
              </a:ext>
            </a:extLst>
          </p:cNvPr>
          <p:cNvSpPr/>
          <p:nvPr/>
        </p:nvSpPr>
        <p:spPr>
          <a:xfrm>
            <a:off x="527902" y="4622800"/>
            <a:ext cx="10648098" cy="212891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br>
              <a:rPr lang="es-ES" dirty="0"/>
            </a:br>
            <a:b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zure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taldeko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norbaitek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arazorik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153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99948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5.2 eta 3.14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konplexuagoa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2* pi* radio.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32.656koa 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Expresioak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568B66-5791-3616-F4A0-B149D79A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291" y="2314369"/>
            <a:ext cx="4707343" cy="16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2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99948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5.2 eta 3.14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konplexuagoa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2* pi* radio.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32.656koa 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Expresioak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568B66-5791-3616-F4A0-B149D79A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05" y="2300715"/>
            <a:ext cx="4707343" cy="16286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BE9593-2C75-F482-F23C-6677575F3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15" y="2300715"/>
            <a:ext cx="1771401" cy="185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7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99948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pi-k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hamartar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irudikatzen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tipo bat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zeuk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5F741F-0F77-69BA-7215-84975E5E5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27" y="2506771"/>
            <a:ext cx="2651406" cy="9222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79DFDE-FA64-45DC-6352-6862B90EB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826" y="5018756"/>
            <a:ext cx="3966347" cy="112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2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dela,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7100F1-9853-2735-D3AD-45F000CF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29" y="4620051"/>
            <a:ext cx="2427035" cy="6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0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46FE5F32-97BE-A43A-875A-7DA167036481}"/>
              </a:ext>
            </a:extLst>
          </p:cNvPr>
          <p:cNvSpPr/>
          <p:nvPr/>
        </p:nvSpPr>
        <p:spPr>
          <a:xfrm>
            <a:off x="287867" y="1113590"/>
            <a:ext cx="11373089" cy="563812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br>
              <a:rPr lang="es-ES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erosoa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mota-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gugatik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atsegina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izango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inferitzen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ondorioztatzen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IntelliJk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Android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Studiok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Dokumentazio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Azkarra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du.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Testu-kurtsorea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teklatuaren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laburtua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sakatzen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Ctrl+Q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Windows-en eta Linux-en.</a:t>
            </a:r>
          </a:p>
          <a:p>
            <a:pPr algn="just" fontAlgn="base"/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E7D0FBA-EBEB-9846-99F6-1E57DF71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94" y="5207787"/>
            <a:ext cx="4633362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hamartarra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5.2 eta 3.14.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hamartarra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 eta 3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Integerrak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Integerrak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osoak-int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DA825B-7846-0CCD-A355-9FD7AA416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835" y="4452180"/>
            <a:ext cx="6981189" cy="1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2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piztua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itzalia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gezurra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Boolearrak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Boolean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75EC7A-7488-F93F-731E-5F76BF47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57" y="4102922"/>
            <a:ext cx="6689686" cy="10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00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gorde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karaktere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pila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String-ak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DF54E2-07A3-E588-DF01-9C6E8C47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98" y="4279037"/>
            <a:ext cx="9233264" cy="91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03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gorde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karaktere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pila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ohikoenak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Irakasgai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String-ak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DF54E2-07A3-E588-DF01-9C6E8C47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98" y="4279037"/>
            <a:ext cx="9233264" cy="91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25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onodrengo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formularekin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 x pi x r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726973-E02F-29A8-EBCE-F4F381CF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908" y="4380197"/>
            <a:ext cx="6796183" cy="152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1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5,2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5,2ko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6,7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10,0ko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F998C9-E823-0492-7E61-065EB17D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998" y="4174814"/>
            <a:ext cx="5509737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20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Bueno,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ekuazio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F5E73F-A3A3-8114-8C8D-4657978B8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807" y="3162210"/>
            <a:ext cx="8175246" cy="349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6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933478"/>
            <a:ext cx="11266820" cy="2810933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duda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barik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programatzeko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</a:t>
            </a:r>
            <a:r>
              <a:rPr lang="es-ES" sz="6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ES" sz="6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egokiena</a:t>
            </a:r>
            <a:r>
              <a:rPr lang="es-ES" sz="6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da?</a:t>
            </a:r>
            <a:endParaRPr lang="es-ES" sz="6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94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4533"/>
            <a:ext cx="11266820" cy="4317999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ezberdinetan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gehienetan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hauengatik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tipifikatzen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gaizki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Ekuazioa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Zailagoa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4533"/>
            <a:ext cx="11266820" cy="4317999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dufu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2*pi*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zirkuluren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kalkulatu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bikoizketa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2* pi*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3.14 da).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ezberdina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da: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6.7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10.0.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zirkufenrentzia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482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03E5A-47B5-2618-FB3F-8691A8A2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17" y="2502210"/>
            <a:ext cx="10242366" cy="39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91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3111498"/>
            <a:ext cx="11266820" cy="2235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geniezaioke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irteera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geniezaioke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656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A016C-73BC-AF1D-A478-25EC7099B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5" y="3812686"/>
            <a:ext cx="9334745" cy="19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1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Informazio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dirudi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gutxi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ulerterrazak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fun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erreserbatua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(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Verdana" panose="020B0604030504040204" pitchFamily="34" charset="0"/>
              </a:rPr>
              <a:t>val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Verdana" panose="020B060403050404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erreserbatuak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zarela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funtzioaren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izena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aukeratu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(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radio: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prametroak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sarrerako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radio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eta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motakoa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izango da.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39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457200" indent="-457200" fontAlgn="base">
              <a:buFont typeface="+mj-lt"/>
              <a:buAutoNum type="arabicPeriod" startAt="4"/>
            </a:pP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: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Double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parentesien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adierazten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kasu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Double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horri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marL="457200" indent="-457200" fontAlgn="base">
              <a:buFont typeface="+mj-lt"/>
              <a:buAutoNum type="arabicPeriod" startAt="4"/>
            </a:pP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Eta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azkenik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2* pi* radio,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gorputza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irteera-balioa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izango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Irteera-balioa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makinatik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ateratzen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eragiketaren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duela. </a:t>
            </a: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irudian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goian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irudikatzen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makina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alderatzen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5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393CD7-EF4F-E5C0-9126-F459CD32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05" y="2396390"/>
            <a:ext cx="8389790" cy="43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73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57F8D6-EB71-5C85-0E1A-E6BC3D0E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99" y="4397145"/>
            <a:ext cx="8553062" cy="8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65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(invocar).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dei-lekua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3C27F6-0D34-A27D-FD1F-1CAB7AA3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06" y="4861731"/>
            <a:ext cx="7723448" cy="17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59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circunferenciaDelCírculoPequeño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8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E7192F-ACD5-3C79-322C-8CFF2423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522" y="4191000"/>
            <a:ext cx="7218750" cy="114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1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2* pi*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circunferencia(5.2)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30AFB1-1AEF-08F6-17F2-547C2CCC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30" y="3429000"/>
            <a:ext cx="5450028" cy="9632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4CA2101-25EF-AA69-D063-EF28E7EB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64" y="5433622"/>
            <a:ext cx="5874698" cy="9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08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Laburbilduz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circunferencia (5.2)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2* pi*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19D7E8-FB15-BE9C-6338-B5366CF3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55" y="4165953"/>
            <a:ext cx="7822550" cy="243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39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aldea?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desberdintasuna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circunferencia()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da.</a:t>
            </a: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5.2 circunferencia()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igarotzen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etorri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76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it-IT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 bat baino gehiago dituzten funtzioak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circunferencia()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DBB889-C23C-925C-CC56-78A7C9A54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20" y="4148667"/>
            <a:ext cx="4938188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02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65A069-CD29-4D71-1329-C9F0D8F2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109" y="2479001"/>
            <a:ext cx="5559782" cy="14758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671DBDD-DCAD-E064-2837-BCDB9AF08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00" y="4325749"/>
            <a:ext cx="10610800" cy="7116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ACB4833-239D-A86F-3D6B-13476EAD1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343" y="5313411"/>
            <a:ext cx="6817313" cy="71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10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B9CF74-A4F3-C38A-AC14-5C21DCF8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827" y="3429000"/>
            <a:ext cx="9480346" cy="15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29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konfiantza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bikainena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3DB117-A685-1466-FD34-3DD16101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09" y="3827338"/>
            <a:ext cx="8878078" cy="5753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AE2E06-B9C4-3AE3-9BE1-66A53341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1" y="6055772"/>
            <a:ext cx="11818937" cy="53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37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konfiantza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bikainena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3DB117-A685-1466-FD34-3DD16101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09" y="3827338"/>
            <a:ext cx="8878078" cy="5753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AE2E06-B9C4-3AE3-9BE1-66A53341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1" y="6055772"/>
            <a:ext cx="11818937" cy="53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28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FC5C41-B166-D4EE-1DED-EB2CD454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27" y="3692253"/>
            <a:ext cx="9869005" cy="221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5797</TotalTime>
  <Words>2041</Words>
  <Application>Microsoft Office PowerPoint</Application>
  <PresentationFormat>Panorámica</PresentationFormat>
  <Paragraphs>200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2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 aldagaiak</vt:lpstr>
      <vt:lpstr> aldagaiak</vt:lpstr>
      <vt:lpstr> aldagaiak</vt:lpstr>
      <vt:lpstr> aldagaiak</vt:lpstr>
      <vt:lpstr> Aldagaiak berresleitzea</vt:lpstr>
      <vt:lpstr>Berresleitu ezin diren aldagaiak</vt:lpstr>
      <vt:lpstr>Berresleitu ezin diren aldagaiak</vt:lpstr>
      <vt:lpstr>Berresleitu ezin diren aldagaiak</vt:lpstr>
      <vt:lpstr>Aldagaiak izendatu</vt:lpstr>
      <vt:lpstr>Expresioak eta adierazpenak</vt:lpstr>
      <vt:lpstr>Expresioak eta adierazpenak</vt:lpstr>
      <vt:lpstr>Motak: Balio mota desberdinak</vt:lpstr>
      <vt:lpstr>Motak: Balio mota desberdinak</vt:lpstr>
      <vt:lpstr>Presentación de PowerPoint</vt:lpstr>
      <vt:lpstr>Integerrak (osoak-int)</vt:lpstr>
      <vt:lpstr>Boolearrak(Boolean)</vt:lpstr>
      <vt:lpstr>String-ak (Kateak)</vt:lpstr>
      <vt:lpstr>String-ak (Kateak)</vt:lpstr>
      <vt:lpstr>Funtzioak</vt:lpstr>
      <vt:lpstr>Funtzioak</vt:lpstr>
      <vt:lpstr>Funtzioak</vt:lpstr>
      <vt:lpstr>Funtzioak</vt:lpstr>
      <vt:lpstr>Funtzioak</vt:lpstr>
      <vt:lpstr>Funtzioak</vt:lpstr>
      <vt:lpstr>Funtzioak</vt:lpstr>
      <vt:lpstr>Funtzioak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13</cp:revision>
  <dcterms:created xsi:type="dcterms:W3CDTF">2024-08-04T10:10:26Z</dcterms:created>
  <dcterms:modified xsi:type="dcterms:W3CDTF">2024-08-11T17:02:23Z</dcterms:modified>
</cp:coreProperties>
</file>