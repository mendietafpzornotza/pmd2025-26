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301" r:id="rId3"/>
    <p:sldId id="300" r:id="rId4"/>
    <p:sldId id="325" r:id="rId5"/>
    <p:sldId id="326" r:id="rId6"/>
    <p:sldId id="327" r:id="rId7"/>
    <p:sldId id="328" r:id="rId8"/>
    <p:sldId id="329" r:id="rId9"/>
    <p:sldId id="330" r:id="rId10"/>
    <p:sldId id="331" r:id="rId11"/>
    <p:sldId id="332" r:id="rId12"/>
    <p:sldId id="333" r:id="rId13"/>
    <p:sldId id="335" r:id="rId14"/>
    <p:sldId id="334" r:id="rId15"/>
    <p:sldId id="336" r:id="rId16"/>
    <p:sldId id="337" r:id="rId17"/>
    <p:sldId id="338" r:id="rId18"/>
    <p:sldId id="339" r:id="rId19"/>
    <p:sldId id="340" r:id="rId20"/>
    <p:sldId id="341" r:id="rId21"/>
    <p:sldId id="342" r:id="rId22"/>
    <p:sldId id="343" r:id="rId23"/>
    <p:sldId id="344" r:id="rId24"/>
    <p:sldId id="345" r:id="rId25"/>
    <p:sldId id="346" r:id="rId26"/>
    <p:sldId id="347" r:id="rId27"/>
    <p:sldId id="348" r:id="rId28"/>
    <p:sldId id="349" r:id="rId29"/>
    <p:sldId id="350" r:id="rId30"/>
    <p:sldId id="351" r:id="rId31"/>
    <p:sldId id="352" r:id="rId32"/>
    <p:sldId id="353" r:id="rId33"/>
    <p:sldId id="354" r:id="rId34"/>
    <p:sldId id="355" r:id="rId35"/>
    <p:sldId id="356" r:id="rId36"/>
    <p:sldId id="357" r:id="rId37"/>
    <p:sldId id="358" r:id="rId38"/>
    <p:sldId id="359" r:id="rId39"/>
    <p:sldId id="360" r:id="rId40"/>
    <p:sldId id="361" r:id="rId41"/>
    <p:sldId id="362" r:id="rId42"/>
    <p:sldId id="363" r:id="rId43"/>
    <p:sldId id="364" r:id="rId44"/>
    <p:sldId id="365" r:id="rId45"/>
    <p:sldId id="366" r:id="rId46"/>
    <p:sldId id="367" r:id="rId4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45" d="100"/>
          <a:sy n="45" d="100"/>
        </p:scale>
        <p:origin x="53" y="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9/15/2024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9/15/2024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9/15/2024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9/15/2024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9/15/2024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9/15/2024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9/15/2024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9/15/2024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9/15/2024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9/15/2024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9/15/2024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9/15/2024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9/15/2024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9/15/2024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9/15/2024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9/15/2024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9/15/2024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9/15/2024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15DC12-2F0A-2AD5-2698-C0FA3E9502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625" y="1420322"/>
            <a:ext cx="11236750" cy="2677648"/>
          </a:xfrm>
        </p:spPr>
        <p:txBody>
          <a:bodyPr/>
          <a:lstStyle/>
          <a:p>
            <a:pPr algn="ctr"/>
            <a:r>
              <a:rPr lang="es-ES" sz="6000" b="0" i="0" u="none" strike="noStrike" baseline="0" dirty="0">
                <a:solidFill>
                  <a:schemeClr val="tx2">
                    <a:lumMod val="40000"/>
                    <a:lumOff val="60000"/>
                  </a:schemeClr>
                </a:solidFill>
                <a:latin typeface="Algerian" panose="04020705040A02060702" pitchFamily="82" charset="0"/>
              </a:rPr>
              <a:t>Android </a:t>
            </a:r>
            <a:r>
              <a:rPr lang="es-ES" sz="6000" b="0" i="0" u="none" strike="noStrike" baseline="0" dirty="0" err="1">
                <a:solidFill>
                  <a:schemeClr val="tx2">
                    <a:lumMod val="40000"/>
                    <a:lumOff val="60000"/>
                  </a:schemeClr>
                </a:solidFill>
                <a:latin typeface="Algerian" panose="04020705040A02060702" pitchFamily="82" charset="0"/>
              </a:rPr>
              <a:t>studio</a:t>
            </a:r>
            <a:endParaRPr lang="es-ES" sz="6000" dirty="0">
              <a:solidFill>
                <a:schemeClr val="tx2">
                  <a:lumMod val="40000"/>
                  <a:lumOff val="60000"/>
                </a:schemeClr>
              </a:solidFill>
              <a:latin typeface="Algerian" panose="04020705040A02060702" pitchFamily="82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074B8CA-1A06-8191-B0EF-9BF91DF36C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3750" y="4882195"/>
            <a:ext cx="10604500" cy="861420"/>
          </a:xfrm>
        </p:spPr>
        <p:txBody>
          <a:bodyPr>
            <a:normAutofit/>
          </a:bodyPr>
          <a:lstStyle/>
          <a:p>
            <a:r>
              <a:rPr lang="es-ES" sz="2800" dirty="0" err="1">
                <a:latin typeface="Arial" panose="020B0604020202020204" pitchFamily="34" charset="0"/>
                <a:cs typeface="Arial" panose="020B0604020202020204" pitchFamily="34" charset="0"/>
              </a:rPr>
              <a:t>Kotlin</a:t>
            </a:r>
            <a:r>
              <a:rPr lang="es-ES" sz="2800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s-ES" sz="2800" dirty="0" err="1">
                <a:latin typeface="Arial" panose="020B0604020202020204" pitchFamily="34" charset="0"/>
                <a:cs typeface="Arial" panose="020B0604020202020204" pitchFamily="34" charset="0"/>
              </a:rPr>
              <a:t>Funtzioen</a:t>
            </a:r>
            <a:r>
              <a:rPr lang="es-E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800" dirty="0" err="1">
                <a:latin typeface="Arial" panose="020B0604020202020204" pitchFamily="34" charset="0"/>
                <a:cs typeface="Arial" panose="020B0604020202020204" pitchFamily="34" charset="0"/>
              </a:rPr>
              <a:t>erreferentziak</a:t>
            </a:r>
            <a:r>
              <a:rPr lang="es-ES" sz="2800" dirty="0"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800" dirty="0" err="1">
                <a:latin typeface="Arial" panose="020B0604020202020204" pitchFamily="34" charset="0"/>
                <a:cs typeface="Arial" panose="020B0604020202020204" pitchFamily="34" charset="0"/>
              </a:rPr>
              <a:t>lambdak</a:t>
            </a:r>
            <a:endParaRPr lang="es-E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2FDB7C1A-3F97-7E19-5A24-52771BA1FA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787" y="636097"/>
            <a:ext cx="1736725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068958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2F6CEB-A2DA-8348-2702-E6B4C3690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b="0" i="0" u="none" strike="noStrike" baseline="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helburuak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4BC4ADD-00AC-0309-F075-018CAB9B8A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902" y="2256846"/>
            <a:ext cx="11133056" cy="4601153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honetan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kontzeptu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hauek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landuko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ditugu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marL="457200" indent="-457200" algn="l" fontAlgn="base">
              <a:buFont typeface="+mj-lt"/>
              <a:buAutoNum type="arabicPeriod"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motak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l" fontAlgn="base">
              <a:buFont typeface="+mj-lt"/>
              <a:buAutoNum type="arabicPeriod"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erreferentziak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l" fontAlgn="base">
              <a:buFont typeface="+mj-lt"/>
              <a:buAutoNum type="arabicPeriod"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Lambdak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l" fontAlgn="base">
              <a:buFont typeface="+mj-lt"/>
              <a:buAutoNum type="arabicPeriod"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It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arametro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inplizitua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457200" indent="-457200" algn="l" fontAlgn="base">
              <a:buFont typeface="+mj-lt"/>
              <a:buAutoNum type="arabicPeriod"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Goragoko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mailako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funtzioak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l" fontAlgn="base">
              <a:buFont typeface="+mj-lt"/>
              <a:buAutoNum type="arabicPeriod"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Hainbat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lerrotako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lambdak</a:t>
            </a: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6058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269067"/>
            <a:ext cx="11266820" cy="4588933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Testua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String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sinple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sortzeko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egin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dezakegu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Antzera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parametroak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horretan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dei-kodeak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balioak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pasatzen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aipatzean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 fontAlgn="base"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marL="0" indent="0" algn="ctr" fontAlgn="base">
              <a:buNone/>
            </a:pP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moten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hastapenak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C9BAF08-226A-6B1E-5968-55E9458C84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0010" y="2887117"/>
            <a:ext cx="2871980" cy="1083766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A8067393-1C6F-F7FC-3034-BEFD1A66AB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0011" y="5159104"/>
            <a:ext cx="2871979" cy="154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7006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269067"/>
            <a:ext cx="11266820" cy="4588933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Orain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arte,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esleitu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bakoitzean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argumentu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batera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pasatu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bakoitzean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String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antzeko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mota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sinpleetako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balioekin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aritu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Horrelako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sinpleak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esleitzeaz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Kotlinek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esleitzeko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aukera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ere ematen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dizu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frogatzeko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hemen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sinple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dago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dolarretan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deskontu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finko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kalkulatzeko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$5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deskontu-kupoi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bezala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marL="0" indent="0" algn="ctr" fontAlgn="base">
              <a:buNone/>
            </a:pP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moten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hastapenak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F9FCA2E-73E8-8FF2-0FCF-A4021E56AE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8561" y="5527025"/>
            <a:ext cx="7394878" cy="708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1807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269067"/>
            <a:ext cx="11266820" cy="4588933"/>
          </a:xfrm>
        </p:spPr>
        <p:txBody>
          <a:bodyPr>
            <a:noAutofit/>
          </a:bodyPr>
          <a:lstStyle/>
          <a:p>
            <a:pPr marL="0" indent="0" algn="l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Dakizunez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honela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dei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diezaiokezu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funtzio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honi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:</a:t>
            </a:r>
          </a:p>
          <a:p>
            <a:pPr marL="0" indent="0" algn="l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l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l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l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Funtzio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horri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deitzeaz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gain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honelako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aldagai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bati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ere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eslei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diezaiokegu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.</a:t>
            </a:r>
          </a:p>
          <a:p>
            <a:pPr marL="0" indent="0">
              <a:buNone/>
            </a:pP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marL="0" indent="0" algn="ctr" fontAlgn="base">
              <a:buNone/>
            </a:pP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moten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hastapenak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2DE9003-DD4F-A03F-8C8F-B8A8E259D1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546" y="3074662"/>
            <a:ext cx="10366907" cy="70867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6B4B9D9C-983A-E68E-30C8-973F0D6422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0695" y="5223712"/>
            <a:ext cx="9010608" cy="965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4109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269067"/>
            <a:ext cx="11266820" cy="4588933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Aurreko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kodean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::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discountFiveDollars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funtzio-erreferentzia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da.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Horrela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deitzen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diogu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erreferentzia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egiten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diolako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esleitzean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discountFiveDollars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()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beste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ematea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bezala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Orain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applyDiscount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()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dezakegu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discountFiveDollars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()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deitzen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bezala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eta gauza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egiten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du. </a:t>
            </a: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marL="0" indent="0" algn="ctr" fontAlgn="base">
              <a:buNone/>
            </a:pP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moten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hastapenak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FBE9DBC-EACC-6B0A-228F-35738079AF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286" y="4386565"/>
            <a:ext cx="9781428" cy="879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050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marL="0" indent="0" algn="ctr" fontAlgn="base">
              <a:buNone/>
            </a:pP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moten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hastapenak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sp>
        <p:nvSpPr>
          <p:cNvPr id="7" name="Nube 6">
            <a:extLst>
              <a:ext uri="{FF2B5EF4-FFF2-40B4-BE49-F238E27FC236}">
                <a16:creationId xmlns:a16="http://schemas.microsoft.com/office/drawing/2014/main" id="{6A2EFC22-873B-7D94-C858-546FDF0F0D01}"/>
              </a:ext>
            </a:extLst>
          </p:cNvPr>
          <p:cNvSpPr/>
          <p:nvPr/>
        </p:nvSpPr>
        <p:spPr>
          <a:xfrm>
            <a:off x="254000" y="1676400"/>
            <a:ext cx="11938000" cy="3843867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 fontAlgn="base"/>
            <a:br>
              <a:rPr lang="es-ES" dirty="0"/>
            </a:br>
            <a:br>
              <a:rPr lang="es-ES" dirty="0"/>
            </a:b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Funtzio-erreferentzia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hau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idatz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dezakezu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::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discountFiveDollarsen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baina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kide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bati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erreferentzia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egin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nahi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badiozu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hau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da,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objektu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batean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dagoen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bati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),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gehiago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kalifikatu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beharko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duzu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b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Adibidez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couponForCustomer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izeneko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objektu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baduzu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eta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discount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()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izeneko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badu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hari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buruzko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erreferentzia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lor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dezakezu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honela</a:t>
            </a:r>
            <a:r>
              <a:rPr lang="es-E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br>
              <a:rPr lang="es-ES" dirty="0"/>
            </a:br>
            <a:r>
              <a:rPr lang="es-ES" dirty="0"/>
              <a:t>f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CBFBB4F3-84CB-0DC5-846D-EF0EB1A871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0214" y="5813842"/>
            <a:ext cx="8505571" cy="843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0750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269067"/>
            <a:ext cx="11266820" cy="4588933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Gogoratuko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duzuenez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deklaratzen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bakoitzean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horrek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mota bat du, baita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kodean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esplizituki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idatzita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badago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ere.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Adibidez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br>
              <a:rPr lang="es-ES" sz="2400" dirty="0"/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marL="0" indent="0" algn="ctr" fontAlgn="base">
              <a:buNone/>
            </a:pP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moten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hastapenak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06662A3-5899-5C63-BEA4-4EF21321DF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7156" y="3809563"/>
            <a:ext cx="7597688" cy="1507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0944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269067"/>
            <a:ext cx="11266820" cy="4588933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Orduan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agian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galdetuko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diozue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zeure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buruari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applyDiscountvariable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mota.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duenean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parametro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mota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guztien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itzulera-motaren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konbinazioa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da.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DiscountFiveDollars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kasuan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hauek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Double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motako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parametro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bakarra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Double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motako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itzulera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-mota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dituzte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br>
              <a:rPr lang="es-ES" sz="2400" dirty="0"/>
            </a:br>
            <a:br>
              <a:rPr lang="es-ES" sz="2400" dirty="0"/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marL="0" indent="0" algn="ctr" fontAlgn="base">
              <a:buNone/>
            </a:pP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moten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hastapenak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B1F656B-986C-39D8-928D-012D992E94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6694" y="5237455"/>
            <a:ext cx="9178611" cy="1197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2299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269067"/>
            <a:ext cx="11266820" cy="4588933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mota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honela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mihizta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(ensamblar)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daiteke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 fontAlgn="base">
              <a:buFont typeface="+mj-lt"/>
              <a:buAutoNum type="arabicPeriod"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Parentesiak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mantenduz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 fontAlgn="base">
              <a:buFont typeface="+mj-lt"/>
              <a:buAutoNum type="arabicPeriod"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Motak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mantenduz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 fontAlgn="base">
              <a:buFont typeface="+mj-lt"/>
              <a:buAutoNum type="arabicPeriod"/>
            </a:pP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puntuak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gezi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bihurtzea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-&gt;.</a:t>
            </a:r>
          </a:p>
          <a:p>
            <a:pPr marL="0" indent="0" algn="just" fontAlgn="base">
              <a:buNone/>
            </a:pP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Egin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dezagun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diskountFiveDollarsekin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().</a:t>
            </a:r>
          </a:p>
          <a:p>
            <a:pPr marL="0" indent="0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marL="0" indent="0" algn="ctr" fontAlgn="base">
              <a:buNone/>
            </a:pP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moten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hastapenak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41B1D21-4C9B-3B15-6036-0F79F253E2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4261" y="4938998"/>
            <a:ext cx="8703477" cy="1563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6586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269067"/>
            <a:ext cx="11266820" cy="4588933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Beraz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discountFiveDollars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()-en mota (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Double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 -&gt;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Double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jakinda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orain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modu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esplizituan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idatz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dezakezu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applyDiscount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mota:</a:t>
            </a: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Orain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arte ikusi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ditugun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tipo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guztiek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zuten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espaziorik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String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Double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Ikus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dezakezunez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(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Double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 -&gt;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Double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bezalako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motak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luze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samarrak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baina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ulerterrazak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!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Parametro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motak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parentesien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barruan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daude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emaitza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geziaren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eskuinaldean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dago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marL="0" indent="0" algn="ctr" fontAlgn="base">
              <a:buNone/>
            </a:pP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moten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hastapenak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C0D7FB6-4E20-8412-B440-66CCB185F3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4623" y="3287364"/>
            <a:ext cx="9065850" cy="74211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79988E3D-FC12-682D-C40E-A7270A3480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5104" y="5384801"/>
            <a:ext cx="5015369" cy="1195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5201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269067"/>
            <a:ext cx="11266820" cy="4588933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Hainbat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parametro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dituzten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kasuan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parametro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motak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koma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batekin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bitartez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bereiziko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Adibidez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jarraian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parametro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dituen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agertzen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String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Double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 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String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itzultzen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esleitzen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zaionean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mota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izango da: 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String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Double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 -&gt;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String</a:t>
            </a:r>
            <a:endParaRPr lang="es-ES" sz="2400" b="0" i="0" dirty="0"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marL="0" indent="0" algn="ctr" fontAlgn="base">
              <a:buNone/>
            </a:pP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moten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hastapenak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640685D-2812-E0D2-1F91-5108A3DAB6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8073" y="4702354"/>
            <a:ext cx="8855853" cy="1533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2913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02933"/>
            <a:ext cx="11266820" cy="4555067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1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Mota </a:t>
            </a:r>
            <a:r>
              <a:rPr lang="es-ES" sz="2400" b="1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bereko</a:t>
            </a:r>
            <a:r>
              <a:rPr lang="es-ES" sz="2400" b="1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</a:t>
            </a:r>
            <a:r>
              <a:rPr lang="es-ES" sz="2400" b="1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endParaRPr lang="es-ES" sz="2400" b="1" i="0" dirty="0"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Gogoratuko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duzuenez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mota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badituzue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hala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String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balore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horiek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berari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esleitu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berresleitu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 ahal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dizkiozue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br>
              <a:rPr lang="es-ES" sz="2400" dirty="0"/>
            </a:br>
            <a:endParaRPr lang="es-ES" sz="2400" b="1" i="0" dirty="0"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Antzera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gertatzen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 mota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baditugu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parametro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mota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itzulera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mota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berberak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dituzten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horiek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berari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esleitu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berresleitu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 ahal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dizkio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 fontAlgn="base"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marL="0" indent="0" algn="ctr" fontAlgn="base">
              <a:buNone/>
            </a:pP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moten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hastapenak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2DE7CBF-82F8-D0B5-998D-D99C111795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800" y="3797703"/>
            <a:ext cx="3808399" cy="918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9228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70667"/>
            <a:ext cx="11266820" cy="4487333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frogatzeko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sar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dezagun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%10eko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deskontu-kupoi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deskontua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kalkulatzeko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DiscountFiveDollars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()-en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parametro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emaitza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mota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dituenez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horietako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edozein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berari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esleitu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ahal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diogu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 fontAlgn="base">
              <a:buNone/>
            </a:pP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marL="0" indent="0" algn="ctr" fontAlgn="base">
              <a:buNone/>
            </a:pP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moten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hastapenak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C7CC5470-904A-2421-1A96-CE16D10484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4934" y="3790062"/>
            <a:ext cx="7485228" cy="1967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1727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70667"/>
            <a:ext cx="11266820" cy="4487333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frogatzeko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sar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dezagun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%10eko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deskontu-kupoi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deskontua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kalkulatzeko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DiscountFiveDollars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()-en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parametro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emaitza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mota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dituenez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horietako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edozein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berari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esleitu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ahal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diogu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Parametro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asko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dituzten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kasuan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kontuan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izan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parametroek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ordena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etorri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behar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dutela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marL="0" indent="0" algn="ctr" fontAlgn="base">
              <a:buNone/>
            </a:pP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moten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hastapenak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C7CC5470-904A-2421-1A96-CE16D10484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3386" y="3630697"/>
            <a:ext cx="7485228" cy="1967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2637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167467"/>
            <a:ext cx="11266820" cy="4690533"/>
          </a:xfrm>
        </p:spPr>
        <p:txBody>
          <a:bodyPr>
            <a:noAutofit/>
          </a:bodyPr>
          <a:lstStyle/>
          <a:p>
            <a:pPr marL="0" indent="0" algn="l" fontAlgn="base">
              <a:buNone/>
            </a:pP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Funtzioak</a:t>
            </a: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funtzioetara</a:t>
            </a: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pasatzea</a:t>
            </a:r>
            <a:endParaRPr lang="es-ES" sz="2400" b="1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 fontAlgn="base">
              <a:buNone/>
            </a:pPr>
            <a:r>
              <a:rPr lang="es-ES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Kontutan</a:t>
            </a:r>
            <a:r>
              <a:rPr lang="es-E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izango </a:t>
            </a:r>
            <a:r>
              <a:rPr lang="es-ES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ondorengo</a:t>
            </a:r>
            <a:r>
              <a:rPr lang="es-E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adibidea</a:t>
            </a:r>
            <a:r>
              <a:rPr lang="es-E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Lehenngoan</a:t>
            </a:r>
            <a:r>
              <a:rPr lang="es-E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5$-</a:t>
            </a:r>
            <a:r>
              <a:rPr lang="es-ES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eko</a:t>
            </a:r>
            <a:r>
              <a:rPr lang="es-E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deskontua</a:t>
            </a:r>
            <a:r>
              <a:rPr lang="es-E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izango du </a:t>
            </a:r>
            <a:r>
              <a:rPr lang="es-ES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bigarrenean</a:t>
            </a:r>
            <a:r>
              <a:rPr lang="es-E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%10. </a:t>
            </a:r>
            <a:r>
              <a:rPr lang="es-ES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Hori</a:t>
            </a:r>
            <a:r>
              <a:rPr lang="es-E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 bien </a:t>
            </a:r>
            <a:r>
              <a:rPr lang="es-ES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arteko</a:t>
            </a:r>
            <a:r>
              <a:rPr lang="es-E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diferentzia</a:t>
            </a:r>
            <a:r>
              <a:rPr lang="es-E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bakarra</a:t>
            </a:r>
            <a:r>
              <a:rPr lang="es-E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l" fontAlgn="base">
              <a:buNone/>
            </a:pPr>
            <a:endParaRPr lang="es-ES" sz="2400" b="1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erreferentziak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9399CD5-7E42-2B3A-8D82-60B2467849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4366" y="3564466"/>
            <a:ext cx="7363267" cy="3116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7555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167467"/>
            <a:ext cx="11266820" cy="4690533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Argudio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gisa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kodea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pasatzeko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modu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bakarra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aurkituko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bagenu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...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orduan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gure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bakar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batean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finkatu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ahal izango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genituzke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honela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ikusiko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litzateke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br>
              <a:rPr lang="es-ES" sz="2400" dirty="0"/>
            </a:br>
            <a:endParaRPr lang="es-ES" sz="2400" b="1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180337D-20BE-837F-D3CA-AB9AE9C946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1452" y="3558471"/>
            <a:ext cx="7329095" cy="3062461"/>
          </a:xfrm>
          <a:prstGeom prst="rect">
            <a:avLst/>
          </a:prstGeom>
        </p:spPr>
      </p:pic>
      <p:sp>
        <p:nvSpPr>
          <p:cNvPr id="9" name="Título 1">
            <a:extLst>
              <a:ext uri="{FF2B5EF4-FFF2-40B4-BE49-F238E27FC236}">
                <a16:creationId xmlns:a16="http://schemas.microsoft.com/office/drawing/2014/main" id="{0746DE67-839A-A37A-F406-7694E7EFE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erreferentziak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45570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167467"/>
            <a:ext cx="11266820" cy="4690533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Orain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motak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dakigunez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calculateTotal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eguneratu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egingo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aldaketa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txiki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batzuk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egingo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dizkiogu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Double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 -&gt;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Double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applyDiscount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izeneko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parametro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onar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dezan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 fontAlgn="base">
              <a:buNone/>
            </a:pPr>
            <a:br>
              <a:rPr lang="es-ES" sz="2400" dirty="0"/>
            </a:br>
            <a:br>
              <a:rPr lang="es-ES" sz="2400" dirty="0"/>
            </a:br>
            <a:endParaRPr lang="es-ES" sz="2400" b="1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0E56566-A7B3-F801-FE80-4E3A03909B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0283" y="3429000"/>
            <a:ext cx="6031433" cy="3225800"/>
          </a:xfrm>
          <a:prstGeom prst="rect">
            <a:avLst/>
          </a:prstGeom>
        </p:spPr>
      </p:pic>
      <p:sp>
        <p:nvSpPr>
          <p:cNvPr id="9" name="Título 1">
            <a:extLst>
              <a:ext uri="{FF2B5EF4-FFF2-40B4-BE49-F238E27FC236}">
                <a16:creationId xmlns:a16="http://schemas.microsoft.com/office/drawing/2014/main" id="{297686CE-E1C6-6085-7BF2-49022421B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erreferentziak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14287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167467"/>
            <a:ext cx="11266820" cy="4690533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Kode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horren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ordez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dagoeneko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kalkula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daiteke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calculateTotal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erreferentzia_function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batekin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Defini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ditzagun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beste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batzuk (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Double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 -&gt;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Double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motarekin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datozenak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ondoren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kalkula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dezagun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calculateTotal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 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horietako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bakoitzarekin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endParaRPr lang="es-ES" sz="2400" b="1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2F49C19-752F-AB2B-02B4-E208E95D02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8687" y="3846775"/>
            <a:ext cx="8754625" cy="2388925"/>
          </a:xfrm>
          <a:prstGeom prst="rect">
            <a:avLst/>
          </a:prstGeom>
        </p:spPr>
      </p:pic>
      <p:sp>
        <p:nvSpPr>
          <p:cNvPr id="9" name="Título 1">
            <a:extLst>
              <a:ext uri="{FF2B5EF4-FFF2-40B4-BE49-F238E27FC236}">
                <a16:creationId xmlns:a16="http://schemas.microsoft.com/office/drawing/2014/main" id="{5D6DFA12-F27C-C820-BB6B-8A8E55F1D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erreferentziak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67499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167467"/>
            <a:ext cx="11266820" cy="4690533"/>
          </a:xfrm>
        </p:spPr>
        <p:txBody>
          <a:bodyPr>
            <a:noAutofit/>
          </a:bodyPr>
          <a:lstStyle/>
          <a:p>
            <a:pPr marL="0" indent="0" algn="l" fontAlgn="base">
              <a:buNone/>
            </a:pP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Funtzioak</a:t>
            </a: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funtzioetatik</a:t>
            </a: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itzultzea</a:t>
            </a:r>
            <a:endParaRPr lang="es-ES" sz="2400" b="1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izena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idatzi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beharrean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calculateTotal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deitzen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bakoitzean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zelan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izango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litzateke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bezeroarengandik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jasotzen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kupoiaren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beheko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agertzen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kupoi-kodea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sartzen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badugu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pPr marL="0" indent="0">
              <a:buNone/>
            </a:pPr>
            <a:endParaRPr lang="es-ES" sz="2400" b="1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 fontAlgn="base">
              <a:buNone/>
            </a:pPr>
            <a:endParaRPr lang="es-ES" sz="2400" b="1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6BE33737-90D9-F165-EE4F-582C2BDDE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erreferentziak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8CAA7D50-443F-D62C-ECD0-ADC1D11F2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5980" y="3996266"/>
            <a:ext cx="7020040" cy="2658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4890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167467"/>
            <a:ext cx="11266820" cy="4690533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Horretarako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kupoi-kodea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onartzen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deskontu-funtzio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egokia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itzultzen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bakarra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behar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Bestela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esanda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String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izango den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parametro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izango du,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itzulera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-mota (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Double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 -&gt;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Double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izango da.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When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hitz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erreserbatu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erraz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bihurtzen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du!</a:t>
            </a:r>
          </a:p>
          <a:p>
            <a:pPr marL="0" indent="0">
              <a:buNone/>
            </a:pPr>
            <a:br>
              <a:rPr lang="es-ES" sz="2400" dirty="0"/>
            </a:br>
            <a:endParaRPr lang="es-ES" sz="2400" b="1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 fontAlgn="base">
              <a:buNone/>
            </a:pPr>
            <a:endParaRPr lang="es-ES" sz="2400" b="1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6BE33737-90D9-F165-EE4F-582C2BDDE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erreferentziak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9E74460-488C-CFB4-83A1-47343BE193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833" y="4183762"/>
            <a:ext cx="11644334" cy="2051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0672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167467"/>
            <a:ext cx="11266820" cy="4690533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Eguneraketa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endParaRPr lang="es-ES" sz="2400" b="1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2F49C19-752F-AB2B-02B4-E208E95D02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8687" y="2691737"/>
            <a:ext cx="8754625" cy="2388925"/>
          </a:xfrm>
          <a:prstGeom prst="rect">
            <a:avLst/>
          </a:prstGeom>
        </p:spPr>
      </p:pic>
      <p:sp>
        <p:nvSpPr>
          <p:cNvPr id="9" name="Título 1">
            <a:extLst>
              <a:ext uri="{FF2B5EF4-FFF2-40B4-BE49-F238E27FC236}">
                <a16:creationId xmlns:a16="http://schemas.microsoft.com/office/drawing/2014/main" id="{5D6DFA12-F27C-C820-BB6B-8A8E55F1D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erreferentziak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2E3C178-3071-E299-71F5-F5C2E14C42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8686" y="5306333"/>
            <a:ext cx="8754625" cy="1075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07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167467"/>
            <a:ext cx="11266820" cy="4690533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Aurreko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calculateTotal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discountForCouponCode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()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bezalako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funtzioei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argumentu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gisa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onartzen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dituztenei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eta/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emaitza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gisa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itzultzen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dituztenei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1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goragoko</a:t>
            </a:r>
            <a:r>
              <a:rPr lang="es-ES" sz="2400" b="1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mailako</a:t>
            </a:r>
            <a:r>
              <a:rPr lang="es-ES" sz="2400" b="1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funtzioak</a:t>
            </a:r>
            <a:r>
              <a:rPr lang="es-ES" sz="2400" b="1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esaten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zaie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 fontAlgn="base"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endParaRPr lang="es-ES" sz="2400" b="1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5D6DFA12-F27C-C820-BB6B-8A8E55F1D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erreferentziak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1671142-0183-ED8C-5A86-500DAD4814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3801" y="3429000"/>
            <a:ext cx="8624397" cy="3125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2715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167467"/>
            <a:ext cx="11266820" cy="4690533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Orain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arte,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asko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lortu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ahal izan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erreferentziekin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Nahiko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erabilgarriak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izan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daitezke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aipatu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nahi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duzun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idatzi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duzunean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Baina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Kotlinek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aldagaiei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parametroei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esleitzeko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beste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modu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zehatzago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ere ematen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ES" sz="2400" b="1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lambdak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!</a:t>
            </a:r>
          </a:p>
          <a:p>
            <a:pPr marL="0" indent="0" algn="just" fontAlgn="base">
              <a:buNone/>
            </a:pP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endParaRPr lang="es-ES" sz="2400" b="1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5D6DFA12-F27C-C820-BB6B-8A8E55F1D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erreferentziak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14DBE7F-B184-2CBC-C71E-158F0D4514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4649" y="2517078"/>
            <a:ext cx="9422701" cy="2427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3017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167467"/>
            <a:ext cx="11266820" cy="4690533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Gogoratuko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duzuenez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literala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 zure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kodean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zuzenean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idazten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duzuenean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Adibidez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Kotlinen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String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Boolean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bezalako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oinarrizko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motetarako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literalak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sor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ditzakezue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Kodearen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zati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nabarmenduak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jarraian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literal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gisa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idazten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balioak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 fontAlgn="base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endParaRPr lang="es-ES" sz="2400" b="1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5D6DFA12-F27C-C820-BB6B-8A8E55F1D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Lambdetarako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Sarrera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B427CA6-46D9-8CA5-2418-63573594E0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1864" y="4665957"/>
            <a:ext cx="4668271" cy="1027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0083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167467"/>
            <a:ext cx="11266820" cy="4690533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Kate-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literalak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osoak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boolearrak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idatz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ditzakezuen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bezala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literala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ere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idatz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dezakezue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Orainarte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gako-hitzarekin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idazten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aritu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baina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inoiz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zuzenean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definitu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adierazpen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batean,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esleipen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eskuinaldean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bezala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zuzenean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funtzio-dei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barruan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endParaRPr lang="es-ES" sz="2400" b="1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5D6DFA12-F27C-C820-BB6B-8A8E55F1D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Lambdetarako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Sarrera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48730C1-588F-D57D-D9AC-0155E3F417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7475" y="4512733"/>
            <a:ext cx="7617049" cy="1875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4099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167467"/>
            <a:ext cx="11266820" cy="4690533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Lehengo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adibidearekin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jarraituz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discountFiveDollars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gako-hitzarekin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definitu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beharrean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-literal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gisa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berridatz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dezakegu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honela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endParaRPr lang="es-ES" sz="2400" b="1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5D6DFA12-F27C-C820-BB6B-8A8E55F1D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Lambdetarako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Sarrera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F3FD9F7-46F7-6108-4517-898C19C8DF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057" y="2807113"/>
            <a:ext cx="9849886" cy="124377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2987D3D-60D7-F100-6E83-BB80F9950B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608" y="5451594"/>
            <a:ext cx="11575880" cy="784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6150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36800"/>
            <a:ext cx="11266820" cy="4521200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Aurreko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kodean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nabarmendutako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zatia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B0F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funtzioaren</a:t>
            </a:r>
            <a:r>
              <a:rPr lang="es-ES" sz="2400" b="0" i="0" dirty="0">
                <a:solidFill>
                  <a:srgbClr val="00B0F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B0F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literala</a:t>
            </a:r>
            <a:r>
              <a:rPr lang="es-ES" sz="2400" b="0" i="0" dirty="0">
                <a:solidFill>
                  <a:srgbClr val="00B0F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Kotlin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-en,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modu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horretan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idatzitako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-literal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lambda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deitzen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zaio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Lambd-ak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orain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arte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idatzi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ditugunak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bezalako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baina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modu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desberdinean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adierazten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Lambda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idazteko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irekitzeko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giltza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{eta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ixteko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giltza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}.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Gero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idatzi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parametroak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geziaren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aurretik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-&gt;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gorputza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geziaren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ondoren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.</a:t>
            </a:r>
          </a:p>
          <a:p>
            <a:pPr marL="0" indent="0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endParaRPr lang="es-ES" sz="2400" b="1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5D6DFA12-F27C-C820-BB6B-8A8E55F1D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Lambdetarako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Sarrera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A716336-B1A3-2AAB-CDDF-40A7008BDA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3875" b="50000"/>
          <a:stretch/>
        </p:blipFill>
        <p:spPr>
          <a:xfrm>
            <a:off x="2816696" y="4373349"/>
            <a:ext cx="6558608" cy="231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9387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36800"/>
            <a:ext cx="11266820" cy="4521200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Kotlinek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badaki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Price-k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Double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izan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behar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duela,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baita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applyDiscount-ek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izan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behar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adierazlea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Era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lambdaren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emaitzak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kointzididu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behar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du.</a:t>
            </a:r>
          </a:p>
          <a:p>
            <a:pPr marL="0" indent="0" algn="just" fontAlgn="base"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endParaRPr lang="es-ES" sz="2400" b="1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5D6DFA12-F27C-C820-BB6B-8A8E55F1D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Lambdetarako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Sarrera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A30BDA8-2515-2B00-5C95-D5446065E7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0726" b="68355"/>
          <a:stretch/>
        </p:blipFill>
        <p:spPr>
          <a:xfrm>
            <a:off x="2205359" y="2618279"/>
            <a:ext cx="8453867" cy="61598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46C6C23-0984-6C20-8B0F-D4910A43241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9537" b="58692"/>
          <a:stretch/>
        </p:blipFill>
        <p:spPr>
          <a:xfrm>
            <a:off x="1746661" y="4563534"/>
            <a:ext cx="9371261" cy="1941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8966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36800"/>
            <a:ext cx="11266820" cy="4521200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Lambda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baterako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parametro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bakarra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dagoen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kasuetan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parametroaren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izena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gezia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alde batera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utz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ditzakezue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egiten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duzuenean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Kotlinek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automatikoki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sortuko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it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parametroaren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izena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Berridatz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dezagun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gure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lambda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aprobetxatzeko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endParaRPr lang="es-ES" sz="2400" b="1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5D6DFA12-F27C-C820-BB6B-8A8E55F1D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it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Parametro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inplizitua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26E3A6E-E3D3-7484-7312-CF1742C3F3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0325" b="86462"/>
          <a:stretch/>
        </p:blipFill>
        <p:spPr>
          <a:xfrm>
            <a:off x="241447" y="4597400"/>
            <a:ext cx="11572201" cy="986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3918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36800"/>
            <a:ext cx="11266820" cy="4521200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endParaRPr lang="es-ES" sz="2400" b="0" i="0" dirty="0"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Lambdak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rgumentu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gisa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igaroz</a:t>
            </a:r>
            <a:endParaRPr lang="es-ES" sz="2400" b="0" i="0" dirty="0"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Lehen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ikasi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dugunez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goi-ordenako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sarrera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parametro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irteera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emaitza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dutenak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hemen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aurreko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adibideen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kodea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non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funtzio-erreferentziak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rabiltzen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ditugun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,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argumentu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gisa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calculateTotal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endParaRPr lang="es-ES" sz="2400" b="1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5D6DFA12-F27C-C820-BB6B-8A8E55F1D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lambdak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eta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goragoko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mailako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90461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5D6DFA12-F27C-C820-BB6B-8A8E55F1D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lambdak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eta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goragoko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mailako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B9BE867-4F4A-9F14-1E96-F8300B8B42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6530" y="2241301"/>
            <a:ext cx="6798939" cy="4616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4013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201333"/>
            <a:ext cx="11266820" cy="4656667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Erraza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calculateTotal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deitzea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lambda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batekin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funtzio-erreferentzia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ordez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Berridatz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ditzagun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aurreko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kodearen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azken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lerroak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lambdak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erabiltzeko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bakoitzaren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gorputza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hartu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 lambda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bezala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idatziko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azken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parametroa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mota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parentesietatik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kanpo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lambda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argumentua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eskuinerantz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mugi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dezakezu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honela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endParaRPr lang="es-ES" sz="2400" b="1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5D6DFA12-F27C-C820-BB6B-8A8E55F1D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lambdak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eta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goragoko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mailako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5DCC465-9DE8-B234-2815-5F179C2539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633" y="3377565"/>
            <a:ext cx="9382733" cy="1099421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E34A4050-9787-475F-5043-07056A2157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3658" y="5420385"/>
            <a:ext cx="8199842" cy="1099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2424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201333"/>
            <a:ext cx="11266820" cy="4656667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argudio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bidaltzen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jarraitzen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calculateTotal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Lehenengoa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parentesien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barruan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dago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bigarrena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kanpoan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eskuinean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endParaRPr lang="es-ES" sz="2400" b="1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5D6DFA12-F27C-C820-BB6B-8A8E55F1D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lambdak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eta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goragoko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mailako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6914421-9CAE-06E2-8411-85BF644277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009" y="3594469"/>
            <a:ext cx="9885982" cy="2467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8044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201333"/>
            <a:ext cx="11266820" cy="4656667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Parametro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bakarra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goi-ordenako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dago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mota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du:</a:t>
            </a: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r>
              <a:rPr lang="pt-BR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PrintSubtotal</a:t>
            </a:r>
            <a:r>
              <a:rPr lang="pt-BR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() </a:t>
            </a:r>
            <a:r>
              <a:rPr lang="pt-BR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deitzean</a:t>
            </a:r>
            <a:r>
              <a:rPr lang="pt-BR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pt-BR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pt-BR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parentesirik</a:t>
            </a:r>
            <a:r>
              <a:rPr lang="pt-BR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behar</a:t>
            </a:r>
            <a:r>
              <a:rPr lang="pt-BR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!</a:t>
            </a:r>
          </a:p>
          <a:p>
            <a:pPr marL="0" indent="0">
              <a:buNone/>
            </a:pPr>
            <a:br>
              <a:rPr lang="pt-BR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endParaRPr lang="es-ES" sz="2400" b="1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5D6DFA12-F27C-C820-BB6B-8A8E55F1D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lambdak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eta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goragoko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mailako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4FA6AC8-398C-504C-4091-23429F28BA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8399" b="39550"/>
          <a:stretch/>
        </p:blipFill>
        <p:spPr>
          <a:xfrm>
            <a:off x="2431623" y="2913313"/>
            <a:ext cx="7328754" cy="164175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1A28B6B-0195-9A49-97AF-3C888C187F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8596" y="5267047"/>
            <a:ext cx="7817904" cy="1324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8951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201333"/>
            <a:ext cx="11266820" cy="4656667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1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Lambdak</a:t>
            </a:r>
            <a:r>
              <a:rPr lang="es-ES" sz="2400" b="1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itzultzea</a:t>
            </a:r>
            <a:r>
              <a:rPr lang="es-ES" sz="2400" b="1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funtzioaren</a:t>
            </a:r>
            <a:r>
              <a:rPr lang="es-ES" sz="2400" b="1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emaitza</a:t>
            </a:r>
            <a:r>
              <a:rPr lang="es-ES" sz="2400" b="1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gisa</a:t>
            </a:r>
            <a:endParaRPr lang="es-ES" sz="2400" b="1" i="0" dirty="0"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Argudio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gisa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lambdak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erabiltzeaz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emaitza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gisa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ere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ditzakegu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!</a:t>
            </a:r>
          </a:p>
          <a:p>
            <a:pPr marL="0" indent="0" algn="just"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Ondorengo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kodigoan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oinarrituz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 algn="just"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/>
            </a:br>
            <a:br>
              <a:rPr lang="pt-BR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endParaRPr lang="es-ES" sz="2400" b="1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5D6DFA12-F27C-C820-BB6B-8A8E55F1D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lambdak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eta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goragoko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mailako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8D32CAE-6752-DD60-E6CE-18B049E8003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4953" b="63541"/>
          <a:stretch/>
        </p:blipFill>
        <p:spPr>
          <a:xfrm>
            <a:off x="720537" y="4529666"/>
            <a:ext cx="10614021" cy="1841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24740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201333"/>
            <a:ext cx="11266820" cy="4656667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Erraz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ordezka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ditzakegu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funtzio-erreferentzia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horiek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lambdekin</a:t>
            </a: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pt-BR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endParaRPr lang="es-ES" sz="2400" b="1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5D6DFA12-F27C-C820-BB6B-8A8E55F1D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lambdak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eta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goragoko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mailako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1DEA315-4072-67F0-7696-6A01E625A9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33" y="3429000"/>
            <a:ext cx="11255734" cy="2041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46723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201333"/>
            <a:ext cx="11266820" cy="4656667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Orain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arte,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ditugun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lambdek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adierazpen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sinple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baino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zuten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b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Batzuetan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lambda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behar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duzu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sententzia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batzuk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dituena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Horretarako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sententzia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bakoitza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lerro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bereizi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batean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jartzen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beste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edozein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barruan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egingo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zenukeen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bezala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Hala ere,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normal batean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bezala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duzu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return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gako-hitza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erabiliko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emaitza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itzultzeko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Lambdaren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azken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lerroa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berriz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deiaren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emaitza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izango da.</a:t>
            </a: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Adibidez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baliteke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arazketa-informazioren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(depuración)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inprimatu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nahi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izatea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bost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dolarreko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deskontu-kupoia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kalkulatzen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lambda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barruan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5D6DFA12-F27C-C820-BB6B-8A8E55F1D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Hainbat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lerrotako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lambdak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026190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201333"/>
            <a:ext cx="11266820" cy="4656667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Horrelako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lerro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baino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gehiago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hartzen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dituen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lambda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parametroak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gezia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irekiera-giltzaren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lerro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jarri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ohi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goian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ikusten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bezala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Hemen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dago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kode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zati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bakoitza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adierazten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ohar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batzuekin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5D6DFA12-F27C-C820-BB6B-8A8E55F1D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Hainbat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lerrotako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lambdak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FBD7E89-D254-6F1D-1CA5-1FD3C92699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9042" y="2483181"/>
            <a:ext cx="6033915" cy="1891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09468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5D6DFA12-F27C-C820-BB6B-8A8E55F1D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Itxiera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2B60E39C-FFB0-CC30-7F41-125BE1DB90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201333"/>
            <a:ext cx="11266820" cy="4656667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Orainarte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ikusitakoarekin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bezeroen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guztizkoak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erraz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kalkula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ditzakegu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baita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kupoi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desberdinak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dituztenean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ere.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Begiratu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zure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kodea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barne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calculateTotal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discountForCouponCode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(),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azkenean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deitu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guztizkoa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lortzeko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556271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5D6DFA12-F27C-C820-BB6B-8A8E55F1D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Itxiera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41566F6-9DF9-3934-5986-80AC834219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9988" y="1795153"/>
            <a:ext cx="7232023" cy="4965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55886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5D6DFA12-F27C-C820-BB6B-8A8E55F1D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Itxiera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2B60E39C-FFB0-CC30-7F41-125BE1DB90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201333"/>
            <a:ext cx="11266820" cy="4656667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Kodea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begiratuta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konturatsen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kupoi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sartzen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beste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lambda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idatzi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behar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Adibidez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bederatzi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dolarreko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deskontua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kupoi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ehuneko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hamabosteko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deskontua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beste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gehituz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gero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beste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lambda batzuk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idatzi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beharko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dituzu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hala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 algn="just" fontAlgn="base"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8466F31-270D-0CAB-25D0-11D48DF2B9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0526" y="4093580"/>
            <a:ext cx="9170948" cy="2142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00926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5D6DFA12-F27C-C820-BB6B-8A8E55F1D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Itxiera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2B60E39C-FFB0-CC30-7F41-125BE1DB90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201333"/>
            <a:ext cx="11266820" cy="4656667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Egia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dago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hain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gaizki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baina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azken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hobekuntza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txiki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egin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genezake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Egia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kupoien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kategoria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nagusi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daude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zenbatekoa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dolarretan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ehunekoa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9902FB9-A198-B010-D9CC-79AACD7C5D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9683" y="3244065"/>
            <a:ext cx="6052633" cy="3463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59082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5D6DFA12-F27C-C820-BB6B-8A8E55F1D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Itxiera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2B60E39C-FFB0-CC30-7F41-125BE1DB90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201333"/>
            <a:ext cx="11266820" cy="4656667"/>
          </a:xfrm>
        </p:spPr>
        <p:txBody>
          <a:bodyPr>
            <a:noAutofit/>
          </a:bodyPr>
          <a:lstStyle/>
          <a:p>
            <a:pPr marL="0" indent="0" algn="l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l" fontAlgn="base">
              <a:buNone/>
            </a:pP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hauek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idatzi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ditugu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identifikatu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ditugun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kupoien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kategoriekin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etor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daitezen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2E27D1C-DE00-989F-E3FD-0FA8F3AB6A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8472" y="3795975"/>
            <a:ext cx="7918151" cy="243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47806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5D6DFA12-F27C-C820-BB6B-8A8E55F1D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Itxiera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2B60E39C-FFB0-CC30-7F41-125BE1DB90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641600"/>
            <a:ext cx="11266820" cy="4216400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Garrantzitsua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kontuan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izatea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horiek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dutela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deskontua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kabuz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kalkulatzen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baizik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deskontua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kalkulatzen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sortzen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dituztela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pixka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errazagoa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percentageDiscount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(), non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return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gako-hitz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esplizitu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adierazpen-gorputz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ordez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Hemen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beste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gauza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interesgarri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da lambda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hauek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lambda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gorputzetik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kanpo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definituta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dauden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dituztela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Lehenengoak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dollarsOffvariable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 (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inguratzailearen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parametro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bat)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bigarrenak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multiplier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Lambda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gorputzetik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kanpo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bezala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definituta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dagoen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duenean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batzuetan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itxiera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esaten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zaio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 fontAlgn="base">
              <a:buNone/>
            </a:pP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274784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5D6DFA12-F27C-C820-BB6B-8A8E55F1D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Itxiera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2B60E39C-FFB0-CC30-7F41-125BE1DB90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472267"/>
            <a:ext cx="11266820" cy="4385733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Orain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kupoi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sortzea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erraza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da. Lambda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idatzi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ordez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online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discountForCouponCode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()-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besterik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gabe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dollarAmountDiscount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()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percentageDiscount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()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deitu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ahal izango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zaio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lambda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sortzeko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 fontAlgn="base">
              <a:buNone/>
            </a:pP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859D2D1-AC9C-CE7E-C9C1-D00A96A5CC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716" y="3778618"/>
            <a:ext cx="10750568" cy="2605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41256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la de reuniones Ion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{8CE52295-FD27-492C-84C7-95F108672C99}tf02900722</Template>
  <TotalTime>6212</TotalTime>
  <Words>2355</Words>
  <Application>Microsoft Office PowerPoint</Application>
  <PresentationFormat>Panorámica</PresentationFormat>
  <Paragraphs>433</Paragraphs>
  <Slides>46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46</vt:i4>
      </vt:variant>
    </vt:vector>
  </HeadingPairs>
  <TitlesOfParts>
    <vt:vector size="53" baseType="lpstr">
      <vt:lpstr>Algerian</vt:lpstr>
      <vt:lpstr>Arial</vt:lpstr>
      <vt:lpstr>Century Gothic</vt:lpstr>
      <vt:lpstr>Corbel</vt:lpstr>
      <vt:lpstr>Verdana</vt:lpstr>
      <vt:lpstr>Wingdings 3</vt:lpstr>
      <vt:lpstr>Sala de reuniones Ion</vt:lpstr>
      <vt:lpstr>Android studio</vt:lpstr>
      <vt:lpstr> helburuak</vt:lpstr>
      <vt:lpstr>Funtzio moten hastapenak</vt:lpstr>
      <vt:lpstr>Funtzio moten hastapenak</vt:lpstr>
      <vt:lpstr>Funtzio moten hastapenak</vt:lpstr>
      <vt:lpstr>Funtzio moten hastapenak</vt:lpstr>
      <vt:lpstr>Funtzio moten hastapenak</vt:lpstr>
      <vt:lpstr>Funtzio moten hastapenak</vt:lpstr>
      <vt:lpstr>Funtzio moten hastapenak</vt:lpstr>
      <vt:lpstr>Funtzio moten hastapenak</vt:lpstr>
      <vt:lpstr>Funtzio moten hastapenak</vt:lpstr>
      <vt:lpstr>Funtzio moten hastapenak</vt:lpstr>
      <vt:lpstr>Funtzio moten hastapenak</vt:lpstr>
      <vt:lpstr>Funtzio moten hastapenak</vt:lpstr>
      <vt:lpstr>Funtzio moten hastapenak</vt:lpstr>
      <vt:lpstr>Funtzioen erreferentziak</vt:lpstr>
      <vt:lpstr>Funtzioen erreferentziak</vt:lpstr>
      <vt:lpstr>Funtzioen erreferentziak</vt:lpstr>
      <vt:lpstr>Funtzioen erreferentziak</vt:lpstr>
      <vt:lpstr>Funtzioen erreferentziak</vt:lpstr>
      <vt:lpstr>Funtzioen erreferentziak</vt:lpstr>
      <vt:lpstr>Funtzioen erreferentziak</vt:lpstr>
      <vt:lpstr>Funtzioen erreferentziak</vt:lpstr>
      <vt:lpstr>Funtzioen erreferentziak</vt:lpstr>
      <vt:lpstr>Lambdetarako Sarrera</vt:lpstr>
      <vt:lpstr>Lambdetarako Sarrera</vt:lpstr>
      <vt:lpstr>Lambdetarako Sarrera</vt:lpstr>
      <vt:lpstr>Lambdetarako Sarrera</vt:lpstr>
      <vt:lpstr>Lambdetarako Sarrera</vt:lpstr>
      <vt:lpstr>it Parametro inplizitua</vt:lpstr>
      <vt:lpstr>lambdak eta goragoko mailako funtzioak</vt:lpstr>
      <vt:lpstr>lambdak eta goragoko mailako funtzioak</vt:lpstr>
      <vt:lpstr>lambdak eta goragoko mailako funtzioak</vt:lpstr>
      <vt:lpstr>lambdak eta goragoko mailako funtzioak</vt:lpstr>
      <vt:lpstr>lambdak eta goragoko mailako funtzioak</vt:lpstr>
      <vt:lpstr>lambdak eta goragoko mailako funtzioak</vt:lpstr>
      <vt:lpstr>lambdak eta goragoko mailako funtzioak</vt:lpstr>
      <vt:lpstr>Hainbat lerrotako lambdak</vt:lpstr>
      <vt:lpstr>Hainbat lerrotako lambdak</vt:lpstr>
      <vt:lpstr>Itxiera</vt:lpstr>
      <vt:lpstr>Itxiera</vt:lpstr>
      <vt:lpstr>Itxiera</vt:lpstr>
      <vt:lpstr>Itxiera</vt:lpstr>
      <vt:lpstr>Itxiera</vt:lpstr>
      <vt:lpstr>Itxiera</vt:lpstr>
      <vt:lpstr>Itxiera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lorea mendieta lastra</dc:creator>
  <cp:lastModifiedBy>lorea mendieta lastra</cp:lastModifiedBy>
  <cp:revision>16</cp:revision>
  <dcterms:created xsi:type="dcterms:W3CDTF">2024-08-04T10:10:26Z</dcterms:created>
  <dcterms:modified xsi:type="dcterms:W3CDTF">2024-09-15T17:25:39Z</dcterms:modified>
</cp:coreProperties>
</file>