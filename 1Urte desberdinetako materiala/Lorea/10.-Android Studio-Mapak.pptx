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01" r:id="rId3"/>
    <p:sldId id="300" r:id="rId4"/>
    <p:sldId id="382" r:id="rId5"/>
    <p:sldId id="383" r:id="rId6"/>
    <p:sldId id="384" r:id="rId7"/>
    <p:sldId id="385" r:id="rId8"/>
    <p:sldId id="386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6" r:id="rId19"/>
    <p:sldId id="397" r:id="rId20"/>
    <p:sldId id="398" r:id="rId21"/>
    <p:sldId id="399" r:id="rId22"/>
    <p:sldId id="400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410" r:id="rId33"/>
    <p:sldId id="411" r:id="rId34"/>
    <p:sldId id="412" r:id="rId35"/>
    <p:sldId id="413" r:id="rId36"/>
    <p:sldId id="414" r:id="rId37"/>
    <p:sldId id="415" r:id="rId38"/>
    <p:sldId id="416" r:id="rId39"/>
    <p:sldId id="417" r:id="rId40"/>
    <p:sldId id="418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26" r:id="rId49"/>
    <p:sldId id="427" r:id="rId50"/>
    <p:sldId id="428" r:id="rId51"/>
    <p:sldId id="429" r:id="rId52"/>
    <p:sldId id="430" r:id="rId53"/>
    <p:sldId id="431" r:id="rId54"/>
    <p:sldId id="432" r:id="rId55"/>
    <p:sldId id="433" r:id="rId56"/>
    <p:sldId id="434" r:id="rId57"/>
    <p:sldId id="435" r:id="rId58"/>
    <p:sldId id="436" r:id="rId59"/>
    <p:sldId id="437" r:id="rId60"/>
    <p:sldId id="438" r:id="rId61"/>
    <p:sldId id="439" r:id="rId62"/>
    <p:sldId id="440" r:id="rId63"/>
    <p:sldId id="441" r:id="rId64"/>
    <p:sldId id="442" r:id="rId65"/>
    <p:sldId id="443" r:id="rId66"/>
    <p:sldId id="444" r:id="rId67"/>
    <p:sldId id="445" r:id="rId68"/>
    <p:sldId id="446" r:id="rId69"/>
    <p:sldId id="448" r:id="rId70"/>
    <p:sldId id="449" r:id="rId71"/>
    <p:sldId id="450" r:id="rId72"/>
    <p:sldId id="451" r:id="rId73"/>
    <p:sldId id="452" r:id="rId74"/>
    <p:sldId id="453" r:id="rId75"/>
    <p:sldId id="454" r:id="rId76"/>
    <p:sldId id="455" r:id="rId77"/>
    <p:sldId id="456" r:id="rId78"/>
    <p:sldId id="457" r:id="rId79"/>
    <p:sldId id="458" r:id="rId8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43" d="100"/>
          <a:sy n="43" d="100"/>
        </p:scale>
        <p:origin x="82" y="8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5DC12-2F0A-2AD5-2698-C0FA3E950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625" y="1420322"/>
            <a:ext cx="11236750" cy="2677648"/>
          </a:xfrm>
        </p:spPr>
        <p:txBody>
          <a:bodyPr/>
          <a:lstStyle/>
          <a:p>
            <a:pPr algn="ctr"/>
            <a:r>
              <a:rPr lang="es-ES" sz="6000" b="0" i="0" u="none" strike="noStrike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Android </a:t>
            </a:r>
            <a:r>
              <a:rPr lang="es-ES" sz="6000" b="0" i="0" u="none" strike="noStrike" baseline="0" dirty="0" err="1">
                <a:solidFill>
                  <a:schemeClr val="tx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studio</a:t>
            </a:r>
            <a:endParaRPr lang="es-ES" sz="6000" dirty="0">
              <a:solidFill>
                <a:schemeClr val="tx2">
                  <a:lumMod val="40000"/>
                  <a:lumOff val="6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74B8CA-1A06-8191-B0EF-9BF91DF36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750" y="4882195"/>
            <a:ext cx="10604500" cy="861420"/>
          </a:xfrm>
        </p:spPr>
        <p:txBody>
          <a:bodyPr>
            <a:normAutofit/>
          </a:bodyPr>
          <a:lstStyle/>
          <a:p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Kotlin-Bildumak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2FDB7C1A-3F97-7E19-5A24-52771BA1F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787" y="636097"/>
            <a:ext cx="1736725" cy="78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6895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F6CEB-A2DA-8348-2702-E6B4C3690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902" y="973668"/>
            <a:ext cx="11133056" cy="706964"/>
          </a:xfrm>
        </p:spPr>
        <p:txBody>
          <a:bodyPr/>
          <a:lstStyle/>
          <a:p>
            <a:pPr algn="ctr"/>
            <a:br>
              <a:rPr lang="es-ES" sz="1800" b="0" i="0" u="none" strike="noStrike" baseline="0" dirty="0">
                <a:solidFill>
                  <a:srgbClr val="000000"/>
                </a:solidFill>
                <a:latin typeface="Corbel" panose="020B0503020204020204" pitchFamily="34" charset="0"/>
              </a:rPr>
            </a:br>
            <a:r>
              <a:rPr lang="es-ES" sz="4400" b="0" i="0" u="none" strike="noStrike" baseline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helburuak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BC4ADD-00AC-0309-F075-018CAB9B8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902" y="2256846"/>
            <a:ext cx="11133056" cy="460115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tresna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egokia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57250" lvl="1" indent="-457200" fontAlgn="base">
              <a:buFont typeface="+mj-lt"/>
              <a:buAutoNum type="arabicPeriod"/>
            </a:pPr>
            <a:r>
              <a:rPr lang="es-ES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2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-457200" fontAlgn="base">
              <a:buFont typeface="+mj-lt"/>
              <a:buAutoNum type="arabicPeriod"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 fontAlgn="base">
              <a:buNone/>
            </a:pPr>
            <a:br>
              <a:rPr lang="es-ES" sz="2200" dirty="0"/>
            </a:br>
            <a:br>
              <a:rPr lang="es-ES" sz="2200" dirty="0"/>
            </a:br>
            <a:endParaRPr lang="es-ES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05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3453DD-C31A-32BB-F866-8467AB7DA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tresna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egokia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da,"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horixe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erakutsi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zion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Andrews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jaunak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seme Jim-i,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aitaren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esku-trebe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bihurtzen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"Clavo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Martilloa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bihurkina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."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Jim-i tresna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egokia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aukeratzen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laguntzeko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tresna-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kutxan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tresna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osagarri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ezberdinen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taula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marraztu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47E7F6-75AE-400D-FAD7-864F5CADB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Lanerako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tresna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egokia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700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3496A-2ABA-3DBD-E069-D921DE3A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84D4291B-94FA-F867-41C4-EF04F6F40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524933"/>
            <a:ext cx="11403724" cy="1831769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Multzoetarako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sarrera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5EE9912-E337-8222-DD75-E7325539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65" y="2793527"/>
            <a:ext cx="7421270" cy="34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119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4349-5FD3-247B-E86D-7145ECC56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42D403-1589-9DB1-EB84-CFE2DD7A6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loturak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daudela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Clavo bat Martillo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hexagono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giltza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Kapitulu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taula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baliokidea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has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gaitezen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70ACC3A-7A5F-C233-3FFC-EF9A9A7F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Lanerako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tresna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egokia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506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AFFFE-4E4F-500F-2293-187416E2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AD5C70-BB19-3C16-F90D-C086E97CD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eraikitzaileak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Eraikitzailea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ahal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dela ere.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bata Clavo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batentzat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Martillo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batentzat</a:t>
            </a:r>
            <a:r>
              <a:rPr lang="es-ES" sz="24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D517127-FC21-53AC-D2B1-DBC24137F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663407-82B3-03A0-CC78-426CB658B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787" y="5061781"/>
            <a:ext cx="7034426" cy="101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78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3C1A2-D02D-E296-2776-7FCFFB1D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C44B1A-F63E-D15C-3CD2-D39C13C03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oso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sinplea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berreskuratzeko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ditzakezunak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UML diagrama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eraikitzaileari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dizkiozun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argumentuen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araberakoak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diagrama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lekuko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065BF1B-4356-7C63-0853-BD3A58998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A7AC86D-746F-5508-17CB-BBC53E009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0279" y="4752731"/>
            <a:ext cx="3331948" cy="186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107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BBC3-F4DF-BE36-BFD4-B9896F4D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0D852B-F4F5-6FCC-53DB-26B667EA7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eraikitzaileari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zeniotena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da,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bigarren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zeniotena</a:t>
            </a:r>
            <a:r>
              <a:rPr lang="es-ES" sz="24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/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/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/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1DC2FB7-5381-4E9F-4EAD-735E8A7C0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C7AE40A-904B-D574-C181-1F55CA611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829" y="3850631"/>
            <a:ext cx="5314438" cy="125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756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B43B8-6D69-2773-C2DC-6722FA640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3E705C3-CD96-F742-970A-EDAC9C126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eraikitzaileari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naturalagoa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zure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eraikitzailea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eguneratuko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8494A00-4736-30FD-2D4A-67DE78F4C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7CDDDCE-CEBD-EC32-993B-745D0E93E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241" y="5360236"/>
            <a:ext cx="7988614" cy="87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5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7C8C-60B9-4CDC-DDB6-CAB5F0D7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CD74F2-F664-C1AA-5C15-CC0E67097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puntuaziorik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gabe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ezaugarri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ere sor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ahalbidetzen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bazaio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infijo bat dela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Ez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infijioak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garrantzitsua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badirela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jakitea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nahastu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zaitezen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FB10A71-5BF7-A62C-A7C9-9296892F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330CD6-F22F-3720-D24B-CFE13E25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769" y="3831786"/>
            <a:ext cx="6787557" cy="685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98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7E9C3-B133-EBA9-3982-435EDF3A4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64C533-3D35-8939-4395-801128174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arte,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inferitzea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idazteko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kapituluan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araberakoa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Bai “Clavo” bai “Martillo”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motakoak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association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463ABE9-27B5-65E1-2AD3-34CF42836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8702CF9-44D4-FD05-7D9F-1EA114806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823" y="4801398"/>
            <a:ext cx="4940353" cy="183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10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91B6B-65D7-0629-8B4B-BF1A896ED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515E81-3FFC-473E-4A36-545110F53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esplizituan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/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arrakastaz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gauza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batean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54889AE-7AA2-0DCD-D9E9-9F062D8E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Datuen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637168-DBD4-C896-692E-3FF5F9A30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630" y="3471333"/>
            <a:ext cx="7172740" cy="52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24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098FC-A3A9-A9A4-77EC-AF5ED5302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6A5DAB-F6E2-EC10-29A8-8C937B193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Andrews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jauna-ren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mahaia</a:t>
            </a:r>
            <a:r>
              <a:rPr lang="es-ES" sz="24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/>
            </a:b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22F9DE0-E973-CA7B-B29A-208B0D976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A388D79-0050-676C-FCD1-7916AFCA3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959" y="3069923"/>
            <a:ext cx="7896081" cy="365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690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1EED4-C8A5-9367-D524-5A87B1A62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866775-1BCD-6968-1733-C308C8211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-en, taula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kaleen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altxorren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ezagutzen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matematikako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mundutik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dator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non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harreman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ezkerreko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zutabeko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eskuineko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zutabeko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dagokienaren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7CD02BD-B220-6A7A-D4F9-3495CBBDF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74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79AF-8920-8687-1B50-801CB5163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98EB08-C5B7-93B2-18C7-9D0AFE2A1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zenbait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termino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garrantzitsu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Taularen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ezkerreko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zutabeko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Taularen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eskuineko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zutabeko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batean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</a:t>
            </a:r>
            <a:r>
              <a:rPr lang="es-ES" sz="2400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3032B50-F994-FB8A-4C54-AC8DCD72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922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A3DC-920A-519C-D2CD-16058D6E2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ED3579B-0DF7-A1BB-49AF-237788534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52EC4D-27BD-BAE0-A6DF-D12B48EBF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133" y="2595790"/>
            <a:ext cx="9805733" cy="350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594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C527B-EAF1-7F3F-15A2-9B79B5D0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A22C538-EA2E-D2D1-733F-FD4DF6A0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1EB682-086C-AC81-0F29-7C25D1B98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029" y="2829043"/>
            <a:ext cx="8931941" cy="3406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795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B2C69-EE6C-B983-DBF3-9F57CCC71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2C3F6-720E-FD0F-F7CB-B6FCE29B3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garrantzitsu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da. Hala ere,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bikoiztu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ezkerreko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zutabean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ezin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bikoizturik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egon,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eskuineko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zutabean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taulan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Ezkerreko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zutabeko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giltza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ingelesa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eskuineko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zutabean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25B4E84-CE7B-0400-04ED-C4D3439A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163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A703C-2938-A383-38A5-C8D7B920B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7ABEC7F-3A3D-17FD-73A0-E4AB410E2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oinarriak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3919E2-6831-41ED-85ED-A9AEA8EC3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662" y="2619061"/>
            <a:ext cx="8446676" cy="361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4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958DD-39C3-5388-6A8D-561B3058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BBC057-6440-D3D0-0842-27D79D9DC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Kontzeptu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nagusiak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ulertu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iritsi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da!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mapOf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igorriz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/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/>
            </a:br>
            <a:r>
              <a:rPr lang="es-ES" sz="2400" dirty="0"/>
              <a:t>.</a:t>
            </a:r>
            <a:br>
              <a:rPr lang="es-ES" sz="2400" dirty="0"/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136CD52-B34D-0EC0-FA9B-DD5DC5643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sortzea mapOf() erabiliz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447C8B-7C6D-1339-7A4C-503EF02B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448" y="4036855"/>
            <a:ext cx="6202414" cy="260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51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D8DB-BEBC-1A9B-7335-18060D773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B33EC-7E8D-4639-DEDE-6F2966E2B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Ohartuko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zara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listOf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setOf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funtzioei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antzekoa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salbu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guztiek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Pair-an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Gogoratu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ukitzen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ere sor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genezakeen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mapa:</a:t>
            </a:r>
          </a:p>
          <a:p>
            <a:pPr marL="0" indent="0"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BEF1793-5013-CF2D-8DC9-48BBA8832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sortzea mapOf() erabiliz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E221D35-BA95-82D3-DD6E-F65679343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885" y="4806502"/>
            <a:ext cx="3832515" cy="190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71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5D5C9-1988-1393-C6B5-BC8BDFD33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2317B6-02BA-DD95-7F4B-DEA045776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-en mapa baten eta Andrews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jauna-ren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taularen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antzekotasunak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elkarrekin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2DB063A-19D8-1D58-90B9-01EC1A86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sortzea mapOf() erabiliz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FFB4B3-7450-3573-F8D9-3716F0CBA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27" y="3643551"/>
            <a:ext cx="9162545" cy="2926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30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A21DF-7AF2-5912-CA08-6202B488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2EEAA97-A521-E27D-0A64-DD6A823C8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println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edukia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inprimatu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Inprimatzean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hargailu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seinaleen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ezkerrean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eskuinean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A8F3B95-B510-578C-05F7-84C755BF8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sortzea mapOf() erabiliz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07E2355-4613-FB86-438D-4E25F2E9A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181" y="3582423"/>
            <a:ext cx="2695410" cy="62201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C9FFB11-A41F-6F38-CED5-12FF4A53B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465" y="5806864"/>
            <a:ext cx="8691070" cy="42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14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6F7B0-2039-4A6A-FED0-94FD8A651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08FEC8-7269-3494-4606-B6AA1FE0A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sv-SE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Pair-en</a:t>
            </a:r>
            <a:r>
              <a:rPr lang="sv-SE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antzera, </a:t>
            </a:r>
            <a:r>
              <a:rPr lang="sv-SE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sv-SE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aldagai baten tipoa gakoaren eta balioaren motaren araberakoa da.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9E56077-6242-34B9-759B-CDABD1E6C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sortzea mapOf() erabiliz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76527C-C303-7ECA-8DB1-C19E2ED3C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657" y="3759926"/>
            <a:ext cx="5382686" cy="218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B3381-85B3-2141-A446-335785F1B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C25189-8101-A8BF-1B17-26E69ADD9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esplizituan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idatzi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/>
              <a:t>: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937FB57-2B15-7623-61D4-F78BFCB2B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sortzea mapOf() erabiliz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24341A5-2969-4B86-0D53-45404C422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956" y="3429000"/>
            <a:ext cx="5394087" cy="234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489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9911-A3C6-42F3-FA76-E9A6A399D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A12CEE-124E-0147-8329-D84ABCFF5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beharko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ohikoena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da.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Jim-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klabeta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tresna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Jim-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klabeta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ezkerreko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zutabean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ondoan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tresna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aurkituko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luke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Kotlin-ek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diezazuke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ematen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diozunean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1B722CF-3987-46A9-D0FC-7AD01118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 bilatzen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AB606E-4E09-D997-7920-371861C75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481" y="5414440"/>
            <a:ext cx="4931038" cy="105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214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9AEF7-942E-0896-EE03-16EA0528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C89201-C452-6296-35E4-604FC96DF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baita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indize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bidezko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sarrera-operadorea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indize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bidezko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sarrera-operadorea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mapa batean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duela,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baten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/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/>
              <a:t> 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2E9D20B-8169-ECB0-9914-EB50329E5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 bilatzen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71CB719-78E4-A75D-0806-803044016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9359" y="3156901"/>
            <a:ext cx="3393666" cy="93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9051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AF129-EDA7-2E26-4717-C0D4D775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6D8A01-E9B9-FF99-C0F0-110EBEFEA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nuluren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segurtasun-tresnak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esaterako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elvis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batera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getValue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()-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GetValue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()-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mota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ematen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badiozu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errore-mezu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zure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exekutatzea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utziko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/>
              <a:t> 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buNone/>
            </a:pPr>
            <a:endParaRPr lang="es-ES" sz="24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6A6F151-8F37-E7D8-3869-D9FCD869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 bilatzen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411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C29A2-5EC9-72F5-4C28-AE5DA1440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A2C576-6DA5-3910-7EF9-44A5270C9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Halaber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getOrDefault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lehenetsi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Andrews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jaunak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tresnarik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osagarri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konpondu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beharko du!</a:t>
            </a: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indent="0" algn="just" fontAlgn="base">
              <a:buNone/>
            </a:pPr>
            <a:endParaRPr lang="es-ES" sz="24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9F6775F-2552-73BC-DA4E-9B3A97D6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 bilatzen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2E7CDE8-0E00-CA01-5D13-8370A31D5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028" y="2387600"/>
            <a:ext cx="6925944" cy="13268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A40FF92-E92F-17BA-B90E-11ABEEFA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393" y="5833179"/>
            <a:ext cx="9772309" cy="80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765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327FA-071A-8A21-72B3-60C7B94D8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34FCA8-EADB-6662-5C76-C4BD7B41E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mutagarritasun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MutableMap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aldaezina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mutagarriak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edukia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aldaezinak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lehendik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MutableMap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mutableMapOf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beharko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mapOf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AA3DFE2-4BBF-6A70-ED19-678BBE0F0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aldatu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7257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1008-6D75-AD06-CC0A-7375FA1A0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46F4E37-3153-F8B5-B0E8-AB233ECE7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aldatu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2647BCB-988A-BFE5-6E83-727BEBA8E1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747" y="3052298"/>
            <a:ext cx="6978505" cy="277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2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651AA-5243-353F-E0D4-40983B3B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DFA67FC-AFBF-DA52-BEAE-52FFE339E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gehitzeko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non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bigarren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argudioa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den.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garatzaileek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sarrera-operadorea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zuzenean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666C633-2F39-5C5A-01AA-88BE38567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aldatu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567F014-E6D2-3A72-C0F4-1700E0107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636" y="3558081"/>
            <a:ext cx="5140728" cy="6911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47AF6B8-D31A-5108-0EEF-A08A098C4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684" y="5585670"/>
            <a:ext cx="5382632" cy="97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721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BAB57-EE46-24E8-FECC-3C26F19E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6CA17F-ACA6-8760-ED0B-8ED433370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Lehendik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Azkenik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40F90C3-5034-3BF8-294D-3736A25CA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aldatu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4536D62-562C-D3CF-F84C-BD12BE43A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673" y="3634766"/>
            <a:ext cx="5538654" cy="71269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B0AD834-EDF5-C5FF-4621-E0980171C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405" y="4939907"/>
            <a:ext cx="4282286" cy="86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097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40192-A41F-16DF-E2D5-19ADD8A7F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DF4DDE-A395-9C68-4C59-54D3C9715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ezin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Horren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ezabatu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txerta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/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B7668765-AACB-9608-C787-ABB829E49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aldatu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2B268A-FEFC-BC28-F9EF-20A16FA4D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91" y="3793172"/>
            <a:ext cx="8629617" cy="108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839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BCDCC-19ED-7052-44A8-E5DDBB01F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1AB74-F9C9-4B72-7571-ABC71D0E0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aldaezinekin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plus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minus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operadoreak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aldaezin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Gogoratu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egiterakoan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dela,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zeniokeela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Hurrengo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berberak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erakusten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aldaezin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hitz-gakoa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toolbox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BA1AAFA-3D6B-122B-EED3-F50E45805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aldatu:</a:t>
            </a:r>
            <a:b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aldaezinak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7444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0D90-05F0-1DF5-602A-B137BBE8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0C90F61-B861-0FF9-0A7B-89AC42597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aldatu:</a:t>
            </a:r>
            <a:b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</a:b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aldaezinak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2C0A0D-CAB8-E61F-4893-784BE4975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177" y="2274652"/>
            <a:ext cx="5685646" cy="4445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8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21604-8899-FCAB-A61F-39826D9CD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17A9B4-5FA0-32FF-0B50-85DC5DDF9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daitezkeen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horietako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batzuk oso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ezagunak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egingo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zaizkizu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gaitezen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rEach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b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bakoitzarentzat</a:t>
            </a:r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Lambda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egiteko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gordetzen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lambda-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Map.Entry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da.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3FDA607-37B2-56A5-3936-1FF9ECDAD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 eragiketak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15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D76F4-C2FC-C00D-BB50-C56A7C883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4999B7-46B6-7692-5525-53B0C5889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387600"/>
            <a:ext cx="11266820" cy="4470400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Map.Entry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antzekoa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kapitulu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propietate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second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674AA77-A894-41B4-DBCA-5774DA2C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 eragiketak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95560C-ADDD-2896-657E-AC48C4924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4985" y="4206881"/>
            <a:ext cx="2282030" cy="12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356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19D2-9C2C-63A9-42AB-D66FC592C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027998-E80D-DA3A-36CF-8B0652397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</a:t>
            </a:r>
            <a:r>
              <a:rPr lang="es-ES" sz="2400" dirty="0"/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exekutatzean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A5F55AA-D278-EBD1-3A59-377D60316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 eragiketak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4333A66-3379-971D-59A3-5DD25E845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80" y="3082937"/>
            <a:ext cx="5853239" cy="102289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4A5C418-24D6-5FDD-4E10-94B8B81A5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380" y="5073008"/>
            <a:ext cx="5889454" cy="173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2430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4D0D8-871B-D377-23F7-DBF87CCB5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D4CA4A-0734-557A-F581-A9C863205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</a:t>
            </a:r>
            <a:r>
              <a:rPr lang="es-ES" sz="2400" dirty="0"/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exekutatzean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9E457E7-0350-1CAC-AB81-049D5E902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 eragiketak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3CE0BCA-C923-5981-2F06-E48AD0512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80" y="3082937"/>
            <a:ext cx="5853239" cy="102289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1403DB5-CEAC-6EE4-7C84-4A651D66B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380" y="5073008"/>
            <a:ext cx="5889454" cy="173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160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6842B-0D40-A3B2-0DB0-78748BC31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E049ED-5759-AD6C-7643-C627770B5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forEach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oso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antzekoa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atal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nagusiak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identifikatzeko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beharko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zenuke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atal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E7AC4E0-F889-D988-1190-EEF1E00A6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it-IT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Mapen eragiketak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0F9D702-E941-FD27-E211-9DFF3DE93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40" y="3554506"/>
            <a:ext cx="8508919" cy="31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6166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4E09-ECF3-7F46-93F6-F8D9EDEF4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CCD8E2-9E68-9D8C-00F8-D6114B598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antzera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iragazteko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instantzia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du;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aldagai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izango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ziurrenik</a:t>
            </a:r>
            <a:r>
              <a:rPr lang="es-ES" sz="2400" dirty="0"/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BB46347-F2E4-FCD6-415A-51246D615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Iragazketa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3642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C6C4-DDBD-DD6A-78E7-F6D54A8C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A37B4F-56B6-3B76-BED5-71C17E480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kaxa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destorniladoreetara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/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0E8E083-E8AA-59DE-13F7-EDF475AFD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Iragazketa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074DBAE-7209-8882-C5D1-0B2AE9CBF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70" y="3485942"/>
            <a:ext cx="11232060" cy="274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6679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22CE0-29BA-5FF2-7313-D449EE632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16D02C-C138-3107-FA38-EBD185E85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kaxa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destorniladoreetara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/>
              <a:t>.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9CF73B7-E223-05F1-C4FF-75C24950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Iragazketa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4981E48-2198-83F1-E376-CBF89D470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995" y="3840915"/>
            <a:ext cx="7266010" cy="145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848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2492-D805-C644-8584-E949C1B6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CE7A0B-AAD3-412F-637D-18ED10427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destorniladoreak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edukiarekin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F67A90E0-9515-B103-FB5E-1CEC4EC28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Iragazketa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84769F9-9199-0179-F179-125BB0660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70" y="3485942"/>
            <a:ext cx="11232060" cy="274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494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3AB0-3CFB-0D7D-4700-898A33B0E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FC9989-BA03-85AE-15CE-E9CA80D7A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berdin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iragazi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1AAAEA90-6AC5-F064-C6F5-675C06410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Iragazketa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A68BFF-EA28-9AEA-86FB-407E406B6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237" y="3962601"/>
            <a:ext cx="8061525" cy="1487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089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014B9-4150-1BB0-9854-B4EC82BAF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F8061D-2DE8-839A-5169-629BBBB48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besterik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mapKeys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eta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mapValues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eraldatzeko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kapituluan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genituen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bilduma-eragiketekin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eragiketa-kate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sor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ere.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80CB710-63F7-8F42-855D-21C25005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Kartografia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59ADBC-2117-6BF9-A796-80600042B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94" y="4840019"/>
            <a:ext cx="11532412" cy="156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8183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0DEEA-5801-01AE-022E-A8F8540B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E1C81B5-580F-62CA-D730-BA8558AA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Kartografia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6F3889D-3FFF-135E-504A-3AD35441F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80" y="3095854"/>
            <a:ext cx="11408639" cy="254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10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D46CF-8B0E-77EA-170F-B66FEE693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ED219E-F2AE-2DD1-17FF-49CE05F8E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ugari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dituzte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Kotlin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API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dokumentazioan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jarraitu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aztertuko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withDefault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18DB665-7F0B-C892-B72F-BC07A33B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Kartografia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51243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920E-0E20-6570-E9EE-EA76A27A3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FBA939-B2E2-44DB-6C64-9C2348BD0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getOrDefault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dotore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kudeatzeko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zailtasunez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kontrola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lehenetsi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3FBFE0CC-55C3-E3C2-93A1-056229221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Lehenetsitako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ezartzea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BDACE2-E5D9-04B8-6D9D-0343DF26B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58" y="4386928"/>
            <a:ext cx="11452779" cy="18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57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4B520-6F88-78F6-231B-8CD595BF6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2CB5B3-B4E9-A0F6-45B0-9119E03C3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ikusi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bezala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getOrDefault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kasuak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dotore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kudeatzeko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Hala ere,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zailtasunez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kontrola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daiteke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lehenetsi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91313886-E27B-92AE-C934-BA1294696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Lehenetsitako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ezartzea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48C6038-954B-AFE5-DCAF-8351410D4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58" y="4386928"/>
            <a:ext cx="11452779" cy="18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477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E3A82-D1B4-BAA3-F8A9-72BF377EF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4A04EE-1304-83E3-B674-03E96893B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withDefault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eragiketa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jatorrizkoan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oinarritutako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betiere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getValue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ematen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badiozu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existitzen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lambda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ikusiko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da: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0D38FC78-322C-3EB2-A614-C702CB85A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Lehenetsitako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ezartzea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E6D3F0B-86AC-F540-7063-67C7CB3AD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599" y="5084769"/>
            <a:ext cx="8970801" cy="84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5845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DDA10-5FD5-F4AD-36CA-1AC9AD5D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850F1C-2114-9C1F-81A2-4ACC58F0D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lehenetsia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ematearen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getValue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oso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onuragarria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lehenetsia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leku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bakar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batean egin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dezakezulako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aldaketa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askotan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1B4F202-865B-F457-1767-440627CA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Lehenetsitako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ezartzea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3AE4D33-8326-00CE-926F-D4B197972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882" y="4763445"/>
            <a:ext cx="7514236" cy="147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9219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2E331-049A-19DE-EB94-BBA87FC53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FABD58-DD59-ABD5-DFA9-41BB3142E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Kontuan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getValue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funtzionatzen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duela,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sarrera-operadorearekin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horiek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null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jarraituko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aurkitzen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badakizu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haietatik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nola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bilduma-eragiketak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gauzak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dibertigarri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bihurtzen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zarenean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Azter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jarraian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23A62CB-206B-5B7A-A8FB-EA411EA7D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Lehenetsitako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balioak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ezartzea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9326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2CD80-621E-0B11-2B33-6AA423087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5085CB-19AC-DBB1-E9D2-39F624632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Eskuz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mapOf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Baita ere posible da mapa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lehendik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multzoetan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oinarrituta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garrantzitsu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batzuk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zure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datuak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ezberdinetan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zatitu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segmentatu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noski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beharko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Mr. Andrews-en tresna-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kaxako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sinple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bat, tresnaren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ontzatan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hardware mota gorde ahal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573B4E5D-B163-009D-543A-9C1E97EDF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batetik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7275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4FCCA-F2FF-1FB0-E604-9B6D8533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C69F5C-C316-A7EF-AF8C-1016261D1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Mr. Andrews-en tresna-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kaxako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sinple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beharrean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klase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bat, tresnaren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pisua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ontzatan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hardware mota gorde ahal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izateko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E83ED8F-948F-0E72-4572-4771D1724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batetik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003A445-E4BE-0621-0729-87ABC28ED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258" y="4069976"/>
            <a:ext cx="6349484" cy="233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432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66988-2399-8CFD-4A3A-FFE07A70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78FF2E-91E5-8491-05F4-B72709F89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tresna-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kaxako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barne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Mr. Andrews-en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barne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prest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batzuk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61010A2-CC09-72D3-6074-54D00D601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batetik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98CE128-824B-DD8A-4FAB-6E533B456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067" y="3598294"/>
            <a:ext cx="6437866" cy="226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1367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3BF3E-83B3-D795-C315-C670F9E73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28CEDB-CC92-974A-0BAC-5ABB026DD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tresna-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kaxako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barne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Tool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Mr. Andrews-en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tresnak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barne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dugunez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prest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gaude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horretatik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batzuk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21309721-4E7A-4A82-39AC-81AF9DCC2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Mapa bat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sortzea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batetik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225CAEB-5986-A53E-17F1-FF2F6B7F7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067" y="3598294"/>
            <a:ext cx="6437866" cy="226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482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89DF-3BA2-A6D1-2804-D2C293FD8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868B47-84E4-7FDD-0613-15D65DAFC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Objektu-zerrenda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batetik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mapa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sortzeko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Hasteko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dezagun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</a:p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2496A5C-A5B0-7497-7E85-DA022C2CA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664" y="4340360"/>
            <a:ext cx="7258672" cy="1543972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62A5D73D-A26E-5FC9-09DF-FE8805F41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3564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F5983-2698-8D81-9163-F5EE2201E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13E2B1-3029-73D2-B43F-B574BE5A0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Espero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bilduma-eragiketekin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erosoago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bakoitzarentzat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esleitutako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lambda-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Lambda-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emaitza-mapako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424A0F5-48F4-8A8A-B391-1C9FDF14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1145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D46C-8925-EF1D-0882-5255B008C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123751-CE91-4456-C077-C07654A4C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Espero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une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honetarako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bilduma-eragiketekin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erosoago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sentitzea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bakoitzarentzat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berari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esleitutako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lambda-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du. Lambda-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adierazpenak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emaitza-mapako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dituena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0D131F8-7D97-7DD2-B2CD-C2FC96309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509080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4D9AA-B335-BEBC-CDBA-BA7FCED0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F94E304C-2C37-DC61-9F2C-B1EF6106E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93E6DB1-6AC2-5A13-09AD-EF59EDF5B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978" y="2310275"/>
            <a:ext cx="6611559" cy="423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1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EE067-03F8-313A-3C05-F6C51FF1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1FD5C2-F4CB-5BB8-739C-B2D9D0E55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azalpena</a:t>
            </a: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6D1B4EE-9FA7-6ED4-D726-24EF71C6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662D35-CE87-90C9-460A-D661620A9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917" y="3125852"/>
            <a:ext cx="9908166" cy="288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1992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5B6EE-3249-A00C-7EEF-D6EAA38A0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FAB48-348B-4A2A-B358-972DF80E7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mapa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dauden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kopurua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elementu-kopuru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izango da.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gutxiago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daitezke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Mapan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gakoak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bakarrak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direnez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lehendik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dagoen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saiatzen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bazara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gainidatziko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endParaRPr lang="es-ES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A6780C24-37EB-5897-A7E1-655E10279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7AB6658-94BF-D89E-5635-20BED0274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808" y="4821045"/>
            <a:ext cx="7550383" cy="161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696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DD10-7C50-B47A-CA5E-BA4ADEC5C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1057A7-DC88-CDED-1692-1EC5E3DD1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Wrench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izenarekin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lehenengoarekin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topo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mapara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gehitzen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bigarrenarekin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topo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egiten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lehen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ordezkatzen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dela eta,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emaitza-mapak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jasotzen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Nut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azkena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Hex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Bolt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izanik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0B256D2-1E52-E780-529C-45B9D82B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4264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FD643-CB6E-B34B-F497-9AE924E8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C20BA6B6-A710-663E-F679-7DE3488A8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948E40C-D7D1-E5BB-7932-8ACC765F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45" y="2322829"/>
            <a:ext cx="6890509" cy="440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843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2B87A-CAEF-AB27-B1BA-31F73DA7A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96170C-D708-540E-21CF-2471540A6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Kasu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gutxiago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mapan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da, 4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sarrera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baino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daude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mapan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5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elementurekin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alderatuta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E5616118-E807-7A78-F96D-353C2F67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Objektu-zerrenda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propietateen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3664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BC5E1-D119-9676-89D7-072AA18F5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BB7F87-541A-E74E-F4A6-4199235A6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</a:t>
            </a:r>
            <a:r>
              <a:rPr lang="es-ES" sz="2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aldaera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batzuk ere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ezagutzea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komeni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direnak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Bereziki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erabilgarriak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emaitza-mapako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edo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 algn="just" fontAlgn="base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tresnen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gisa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dituen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mapa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Tool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dadin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i="1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associateBy</a:t>
            </a:r>
            <a:r>
              <a:rPr lang="es-ES" sz="24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izango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4228AFB9-5645-A7A1-479B-A716FE87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beste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batzuk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1261ED-8B27-0FFA-A5EF-1557D79A4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42" y="5892571"/>
            <a:ext cx="11508012" cy="68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5318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C548-B271-DBE0-64FB-2AE035C5E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4D47696D-12FC-F570-90E0-9CDB96F28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beste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batzuk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4166581-B1EB-1DB3-C89D-4B19356C4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87" y="2262602"/>
            <a:ext cx="9085897" cy="453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696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4B4D4-C96F-79AC-2CEB-AD0D70C1E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DF9E4D7-6405-367A-2F3A-60D83BE2C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Mapa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erraz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aurki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tresna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Alderantziz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Tool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lambdan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zehaztutako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mapa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sortu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associateWith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lambdak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du,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izango da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CD66F34-F502-2022-47BF-6AB18EB0F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beste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batzuk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3F679E-869D-AB88-FAF6-B0D6B74FA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784" y="3240727"/>
            <a:ext cx="5558432" cy="81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3732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45B5F-F52A-AE6E-30B6-F76219C5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F7F9A827-3288-467B-8C52-35B815E7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beste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batzuk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F98AE2-EE4F-1428-9298-5239CDE8D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54" y="2436597"/>
            <a:ext cx="3992475" cy="9476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E760F65-079D-0168-080F-C253212E0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754" y="2297946"/>
            <a:ext cx="7739246" cy="456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513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20B4F-3B00-9F38-7621-14FB72EF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5CB01A-E9EB-2D0F-1B6B-71CDC7916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Martillo baten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pisua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lortzeko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aldez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aurretik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martillo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izeneko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beharko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zenuke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2489457F-8F16-6136-D897-C8B37372C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272" y="622300"/>
            <a:ext cx="9389228" cy="1172853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Elkartearen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beste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funtzio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batzuk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46D8BE1-238D-B3EC-61B1-E52784651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63" y="3795417"/>
            <a:ext cx="9979073" cy="102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1997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46F9-D479-7DD4-0DA3-109C46CD0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549B09-42BF-143B-B1B6-B66427121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Batzuetan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duzunean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hainbat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txikitan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banatu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izaten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ezaugarri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tresna-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lista)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har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pisuaren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arabera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CA1DA53-6F4E-D713-8FC0-ED07EF01C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1004047"/>
            <a:ext cx="11266820" cy="791106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-mapa batean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taldekatzea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52EEB9-9393-C2DA-2A20-E9B1A5822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175" y="3429000"/>
            <a:ext cx="3446919" cy="323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679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8DA8A-4F91-8A3D-12A5-94EE644BC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6B3148-8924-D5AD-7DC0-B3E2AA998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groupBy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dezakegu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zaion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lambda-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adierazpena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exekutatuko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du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bakoitzarentzat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Lambda-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adierazpenak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ematen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bilduko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mapa batean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txertatuko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F48892C-C03C-C763-E99F-D93D56F9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1004047"/>
            <a:ext cx="11266820" cy="791106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-mapa batean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taldekatzea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ED1893-0ABD-2F9F-2C3D-9CF4967D7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913" y="4820968"/>
            <a:ext cx="7595269" cy="163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1435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84015-4F64-7C9E-F8BD-59E6720F3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3D5B6-9BBB-464F-39B1-36DC6106B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s-E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da, 14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ontzako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pisua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tresna-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8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ontzako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pisua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tresna-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eta 5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ontzako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pisua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tresna-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batekin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Mapako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gakoa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ontzatan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pisua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 eta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mapako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balioa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pisu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bera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duten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tresnen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da.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C07C9C86-3F37-99C8-7174-3263D4C53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1004047"/>
            <a:ext cx="11266820" cy="791106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-mapa batean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taldekatzea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1169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7EE23-78E8-617B-4B74-043F428AD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08BF6430-D529-14A2-C424-28E9F08F1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1004047"/>
            <a:ext cx="11266820" cy="791106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-mapa batean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taldekatzea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C674EF8-1DD2-C103-8C1F-6F610E915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8599" y="2395385"/>
            <a:ext cx="5914801" cy="446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2889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0D0F-6201-A22A-3C99-5E0C29085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970279-B0A0-EDDE-C744-CC709815D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hemen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groupBy</a:t>
            </a:r>
            <a:r>
              <a:rPr lang="es-E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azalpen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bat: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126B7BE1-F7FD-19B7-8B9F-492723158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1004047"/>
            <a:ext cx="11266820" cy="791106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-mapa batean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taldekatzea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CE84E61-FEFC-4C27-15D5-6DD83D70B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699" y="3429000"/>
            <a:ext cx="9337697" cy="2824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00861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E669C-5F21-6DD2-B2DD-10B17312A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94407-A907-A184-C976-F3D3EC249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38" y="2277035"/>
            <a:ext cx="11266820" cy="458096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Jatorrizko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elementuaren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ordez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emaitza-zerrendetan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beste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zerbait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bigarren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argumentu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erabiliz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diezaiokezu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funtzio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Horretarako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esleitu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lambda bat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emaitza-zerrendan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duzun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itzultzen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duena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Adibidez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zerrenda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horietan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tresnen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izenak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soilik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nahi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badituzu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honela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 egin </a:t>
            </a:r>
            <a:r>
              <a:rPr lang="es-ES" sz="2400" dirty="0" err="1">
                <a:latin typeface="Arial" panose="020B0604020202020204" pitchFamily="34" charset="0"/>
                <a:cs typeface="Arial" panose="020B0604020202020204" pitchFamily="34" charset="0"/>
              </a:rPr>
              <a:t>dezakezu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9835671C-2B2D-1C9F-6955-7D011803C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1004047"/>
            <a:ext cx="11266820" cy="791106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-mapa batean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taldekatzea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AF3633-D880-C33D-96A9-9CC6B7D24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432" y="4717870"/>
            <a:ext cx="6979136" cy="199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272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58FC5-2EA6-3820-F2CF-A2FD7A340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ítulo 1">
            <a:extLst>
              <a:ext uri="{FF2B5EF4-FFF2-40B4-BE49-F238E27FC236}">
                <a16:creationId xmlns:a16="http://schemas.microsoft.com/office/drawing/2014/main" id="{8B39A1A0-3458-4C7C-7C93-33D22803E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38" y="1004047"/>
            <a:ext cx="11266820" cy="791106"/>
          </a:xfrm>
        </p:spPr>
        <p:txBody>
          <a:bodyPr/>
          <a:lstStyle/>
          <a:p>
            <a:pPr algn="ctr" fontAlgn="base"/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baten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elementuak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zerrenda</a:t>
            </a:r>
            <a:r>
              <a:rPr lang="es-ES" sz="4400" dirty="0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-mapa batean </a:t>
            </a:r>
            <a:r>
              <a:rPr lang="es-ES" sz="4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taldekatzea</a:t>
            </a:r>
            <a:endParaRPr lang="es-ES" sz="4400" dirty="0">
              <a:solidFill>
                <a:schemeClr val="accent1">
                  <a:lumMod val="60000"/>
                  <a:lumOff val="4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400D992-D761-2B47-4958-F9994C75E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706" y="2308030"/>
            <a:ext cx="6646587" cy="441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129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{8CE52295-FD27-492C-84C7-95F108672C99}tf02900722</Template>
  <TotalTime>10430</TotalTime>
  <Words>2826</Words>
  <Application>Microsoft Office PowerPoint</Application>
  <PresentationFormat>Panorámica</PresentationFormat>
  <Paragraphs>254</Paragraphs>
  <Slides>79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79</vt:i4>
      </vt:variant>
    </vt:vector>
  </HeadingPairs>
  <TitlesOfParts>
    <vt:vector size="87" baseType="lpstr">
      <vt:lpstr>Algerian</vt:lpstr>
      <vt:lpstr>Arial</vt:lpstr>
      <vt:lpstr>Century Gothic</vt:lpstr>
      <vt:lpstr>Corbel</vt:lpstr>
      <vt:lpstr>Verdana</vt:lpstr>
      <vt:lpstr>Wingdings</vt:lpstr>
      <vt:lpstr>Wingdings 3</vt:lpstr>
      <vt:lpstr>Sala de reuniones Ion</vt:lpstr>
      <vt:lpstr>Android studio</vt:lpstr>
      <vt:lpstr> helburuak</vt:lpstr>
      <vt:lpstr>Lanerako tresna egokia</vt:lpstr>
      <vt:lpstr>Multzoetarako sarrera</vt:lpstr>
      <vt:lpstr>Lanerako tresna egokia</vt:lpstr>
      <vt:lpstr>Datuen elkartea</vt:lpstr>
      <vt:lpstr>Datuen elkartea</vt:lpstr>
      <vt:lpstr>Datuen elkartea</vt:lpstr>
      <vt:lpstr>Datuen elkartea</vt:lpstr>
      <vt:lpstr>Datuen elkartea</vt:lpstr>
      <vt:lpstr>Datuen elkartea</vt:lpstr>
      <vt:lpstr>Datuen elkartea</vt:lpstr>
      <vt:lpstr>Mapen oinarriak</vt:lpstr>
      <vt:lpstr>Mapen oinarriak</vt:lpstr>
      <vt:lpstr>Mapen oinarriak</vt:lpstr>
      <vt:lpstr>Mapen oinarriak</vt:lpstr>
      <vt:lpstr>Mapen oinarriak</vt:lpstr>
      <vt:lpstr>Mapen oinarriak</vt:lpstr>
      <vt:lpstr>Mapen oinarriak</vt:lpstr>
      <vt:lpstr>Mapa bat sortzea mapOf() erabiliz</vt:lpstr>
      <vt:lpstr>Mapa bat sortzea mapOf() erabiliz</vt:lpstr>
      <vt:lpstr>Mapa bat sortzea mapOf() erabiliz</vt:lpstr>
      <vt:lpstr>Mapa bat sortzea mapOf() erabiliz</vt:lpstr>
      <vt:lpstr>Mapa bat sortzea mapOf() erabiliz</vt:lpstr>
      <vt:lpstr>Mapa bat sortzea mapOf() erabiliz</vt:lpstr>
      <vt:lpstr>Balioa bilatzen</vt:lpstr>
      <vt:lpstr>Balioa bilatzen</vt:lpstr>
      <vt:lpstr>Balioa bilatzen</vt:lpstr>
      <vt:lpstr>Balioa bilatzen</vt:lpstr>
      <vt:lpstr>Mapa aldatu</vt:lpstr>
      <vt:lpstr>Mapa aldatu</vt:lpstr>
      <vt:lpstr>Mapa aldatu</vt:lpstr>
      <vt:lpstr>Mapa aldatu</vt:lpstr>
      <vt:lpstr>Mapa aldatu</vt:lpstr>
      <vt:lpstr>Mapa aldatu: Mapa aldaezinak</vt:lpstr>
      <vt:lpstr>Mapa aldatu: Mapa aldaezinak</vt:lpstr>
      <vt:lpstr>Mapen eragiketak</vt:lpstr>
      <vt:lpstr>Mapen eragiketak</vt:lpstr>
      <vt:lpstr>Mapen eragiketak</vt:lpstr>
      <vt:lpstr>Mapen eragiketak</vt:lpstr>
      <vt:lpstr>Mapen eragiketak</vt:lpstr>
      <vt:lpstr>Iragazketa</vt:lpstr>
      <vt:lpstr>Iragazketa</vt:lpstr>
      <vt:lpstr>Iragazketa</vt:lpstr>
      <vt:lpstr>Iragazketa</vt:lpstr>
      <vt:lpstr>Iragazketa</vt:lpstr>
      <vt:lpstr>Kartografia</vt:lpstr>
      <vt:lpstr>Kartografia</vt:lpstr>
      <vt:lpstr>Kartografia</vt:lpstr>
      <vt:lpstr>Lehenetsitako balioak ezartzea</vt:lpstr>
      <vt:lpstr>Lehenetsitako balioak ezartzea</vt:lpstr>
      <vt:lpstr>Lehenetsitako balioak ezartzea</vt:lpstr>
      <vt:lpstr>Lehenetsitako balioak ezartzea</vt:lpstr>
      <vt:lpstr>Lehenetsitako balioak ezartzea</vt:lpstr>
      <vt:lpstr>Mapa bat sortzea zerrenda batetik</vt:lpstr>
      <vt:lpstr>Mapa bat sortzea zerrenda batetik</vt:lpstr>
      <vt:lpstr>Mapa bat sortzea zerrenda batetik</vt:lpstr>
      <vt:lpstr>Mapa bat sortzea zerrenda batetik</vt:lpstr>
      <vt:lpstr>Objektu-zerrenda baten propietateen elkartea</vt:lpstr>
      <vt:lpstr>Objektu-zerrenda baten propietateen elkartea</vt:lpstr>
      <vt:lpstr>Objektu-zerrenda baten propietateen elkartea</vt:lpstr>
      <vt:lpstr>Objektu-zerrenda baten propietateen elkartea</vt:lpstr>
      <vt:lpstr>Objektu-zerrenda baten propietateen elkartea</vt:lpstr>
      <vt:lpstr>Objektu-zerrenda baten propietateen elkartea</vt:lpstr>
      <vt:lpstr>Objektu-zerrenda baten propietateen elkartea</vt:lpstr>
      <vt:lpstr>Objektu-zerrenda baten propietateen elkartea</vt:lpstr>
      <vt:lpstr>Objektu-zerrenda baten propietateen elkartea</vt:lpstr>
      <vt:lpstr>Elkartearen beste funtzio batzuk</vt:lpstr>
      <vt:lpstr>Elkartearen beste funtzio batzuk</vt:lpstr>
      <vt:lpstr>Elkartearen beste funtzio batzuk</vt:lpstr>
      <vt:lpstr>Elkartearen beste funtzio batzuk</vt:lpstr>
      <vt:lpstr>Elkartearen beste funtzio batzuk</vt:lpstr>
      <vt:lpstr>Zerrenda baten elementuak zerrenda-mapa batean taldekatzea</vt:lpstr>
      <vt:lpstr>Zerrenda baten elementuak zerrenda-mapa batean taldekatzea</vt:lpstr>
      <vt:lpstr>Zerrenda baten elementuak zerrenda-mapa batean taldekatzea</vt:lpstr>
      <vt:lpstr>Zerrenda baten elementuak zerrenda-mapa batean taldekatzea</vt:lpstr>
      <vt:lpstr>Zerrenda baten elementuak zerrenda-mapa batean taldekatzea</vt:lpstr>
      <vt:lpstr>Zerrenda baten elementuak zerrenda-mapa batean taldekatzea</vt:lpstr>
      <vt:lpstr>Zerrenda baten elementuak zerrenda-mapa batean taldekatzea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lorea mendieta lastra</dc:creator>
  <cp:lastModifiedBy>lorea mendieta lastra</cp:lastModifiedBy>
  <cp:revision>21</cp:revision>
  <dcterms:created xsi:type="dcterms:W3CDTF">2024-08-04T10:10:26Z</dcterms:created>
  <dcterms:modified xsi:type="dcterms:W3CDTF">2024-11-07T08:31:27Z</dcterms:modified>
</cp:coreProperties>
</file>