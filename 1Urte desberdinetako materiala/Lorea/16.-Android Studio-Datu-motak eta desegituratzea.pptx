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Datu-motak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desegituratzea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10679</TotalTime>
  <Words>82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31</cp:revision>
  <dcterms:created xsi:type="dcterms:W3CDTF">2024-08-04T10:10:26Z</dcterms:created>
  <dcterms:modified xsi:type="dcterms:W3CDTF">2024-11-07T12:43:57Z</dcterms:modified>
</cp:coreProperties>
</file>