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3" r:id="rId4"/>
    <p:sldId id="302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5" r:id="rId46"/>
    <p:sldId id="346" r:id="rId47"/>
    <p:sldId id="347" r:id="rId48"/>
    <p:sldId id="348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eremuak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Eremuko</a:t>
            </a:r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 funtzioak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Eremuetarako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sarrera</a:t>
            </a: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457200" indent="-457200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Irismena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ikuspena</a:t>
            </a: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857250" lvl="1" indent="-457200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Adierazpenen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irismena</a:t>
            </a:r>
            <a:endParaRPr lang="es-ES" sz="22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857250" lvl="1" indent="-457200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Adierazpenaren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eremuak</a:t>
            </a:r>
            <a:endParaRPr lang="es-ES" sz="22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857250" lvl="1" indent="-457200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Habia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duten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eremuak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</a:t>
            </a: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ikusgarritasuna</a:t>
            </a:r>
            <a:br>
              <a:rPr lang="es-ES" sz="2000" dirty="0"/>
            </a:br>
            <a:endParaRPr lang="es-E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54FAA-2257-E670-7FAF-553640C4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106A0C-F7B1-144B-C2A5-8394C6D10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CC6DED-854A-B1FB-5051-8FE0AC20A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buFont typeface="+mj-lt"/>
              <a:buAutoNum type="arabicPeriod" startAt="3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Irismen-funtzioetarako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sarrera</a:t>
            </a: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with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()</a:t>
            </a: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run ()</a:t>
            </a: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let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()</a:t>
            </a: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also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()</a:t>
            </a: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apply</a:t>
            </a:r>
            <a:r>
              <a:rPr lang="es-E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()</a:t>
            </a:r>
          </a:p>
          <a:p>
            <a:pPr marL="457200" indent="-457200" fontAlgn="base">
              <a:buFont typeface="+mj-lt"/>
              <a:buAutoNum type="arabicPeriod" startAt="3"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aukeratu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irismen-funtziorik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egokiena</a:t>
            </a: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457200" indent="-457200" fontAlgn="base">
              <a:buFont typeface="+mj-lt"/>
              <a:buAutoNum type="arabicPeriod" startAt="3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Irismen-funtzioak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egiaztapen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deusezak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Nuloak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</a:t>
            </a: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45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A62F-6F80-345F-95FA-8691081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52AC1-F495-981E-6927-9FD34A9B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-en,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esparru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gehiagoren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deklarazio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ditzakezun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atal bat da. Izan ere,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esparru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amaitzen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kt-rekin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goreneko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esparruan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6F3F9E1-EDC6-C98A-ABCA-9C8AE402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76702D-A19B-EF43-858D-AFB9C89CD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10" y="5585302"/>
            <a:ext cx="2901779" cy="65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5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1F7E3-0ACC-380B-A5CE-DD6CE684D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942AD5-31E5-1F1A-6766-E61C92E8C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goreneko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esparruaren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deklatatzen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gorputzak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esparru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maila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goreneko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esparruaren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diameter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propietatea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2106CDE-5640-8D4E-01E7-E282B038F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D86722-B6BC-08A7-525C-F670858B1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000" y="3429000"/>
            <a:ext cx="7721958" cy="78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6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6DBAD-6687-B27A-6A3A-3616A7677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3C321A8-A8CA-9773-D51F-11436A4F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3F00D6-83BC-95E6-CF20-4CCD9F34E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190" y="2939124"/>
            <a:ext cx="5805620" cy="231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28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B7944-2BE1-A9E2-2A96-88AC590CA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C78564-DD68-49B7-C5AD-86DA4C04D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Orain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esparru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identifikatu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ditzakegu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fitxategi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honetan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Maila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goreneko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fitxategiaren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esparrua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ES" sz="2400" b="1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pi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aldagaia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eta </a:t>
            </a:r>
            <a:r>
              <a:rPr lang="es-ES" sz="2400" b="1" kern="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Circle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klasea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deklaratzen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tokian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s-ES" sz="2400" b="1" kern="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Circle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klasearen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gorputzaren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esparrua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ES" sz="2400" b="1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diameter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deklaratzen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den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tokian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FE324BB-DC36-F6F5-547B-EE621076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6F34874-351D-5FE6-FF21-36C57B115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648" y="4773887"/>
            <a:ext cx="7704704" cy="159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825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2431-79AE-E6F2-E50C-052A0BC4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E8D725-03E7-ED62-8AD7-6565A8E34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habiaduna</a:t>
            </a:r>
            <a:r>
              <a:rPr lang="es-ES" sz="2400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artxiboaren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habiatuta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1F0908D-0FED-D682-2706-BD3F76F1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1937B9-E662-FF4C-3477-889730AE2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855" y="5045073"/>
            <a:ext cx="7536661" cy="158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63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C54D1-B7FA-402D-E690-7DEB000D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1C50B9-1501-4A89-1BFA-80F3FD0C4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Urrunago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eraman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badiogu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habiatu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habiatuta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11BEF24-7A4D-DC0D-F402-97252EFA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6EA9F6B-0097-8912-307A-F1ED52E6B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557" y="4129303"/>
            <a:ext cx="7939944" cy="253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27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61116-8C05-06FA-A0B6-80B512BDC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87CDB9-BA95-3017-56E7-977CAEB36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Hirugarren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ere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esamolde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esamolde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gorputzerako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esparru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eta 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esparru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760F221-358C-26CC-8556-591CD85D4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11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A6E4E-8B0B-E7B0-E13C-080821A73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996E914-8B24-AC96-477C-F7032A509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br>
              <a:rPr lang="es-ES" sz="4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DDFC15A-1641-DA8A-B205-6F1D8412F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810" y="2582636"/>
            <a:ext cx="8106379" cy="390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31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5D41-20F0-1C63-3345-FACCB6717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0E4CCA-32D3-FB53-A839-60EA5E2FB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115671"/>
            <a:ext cx="11266820" cy="474232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bost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identifika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edozeinen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! 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konturatu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irekitzeko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giltza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dela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kanpokoena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ixteko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giltza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zorrotza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batzuek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adierazpen-gorputzak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giltzarik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eremuak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identifikatzeko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erabilgarri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halaber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sendoan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odoleztatzen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errazagoa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jakitea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2888F0E-CA90-4FBE-AFB8-917491FBA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br>
              <a:rPr lang="es-ES" sz="4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</a:b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504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89B76-06BB-2A87-4DDC-3A5832648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5A8F83-370D-106C-FFD4-D45C15A07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Hazten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heinean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hizkuntza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ama-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hizkuntza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heinean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pixkanaka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hizkuntza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zentzua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zinenean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gurasoek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emeki-emeki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zuzentzea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gramatika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han-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hemenka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denborarekin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azkenean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hautemateko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norbaiti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azaldu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ezin.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C14F2E9-731F-422C-E37A-14A2165F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Irismena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ikuspena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621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65FD6-3662-B867-4821-030ECF09B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2061BF-6C5D-20E3-B34A-671746A95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heinean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Ikuspena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deskribatzeko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terminoa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esaterako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Bere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hizkuntzarekin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ikuspen-arau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suma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emankorragoa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benetan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zeintzuk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badaki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D3B20FE-2C2E-6285-1B6E-DF2C90106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Irismena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ikuspena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035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DD4CD-7C74-B122-9E21-F3B0C3917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954D6A-A687-EA78-5859-2B02A9DA5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Une batean,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ikusgarritasunari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irakurtzen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bitartean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aitortzearen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aldea.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 val,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gako-hitzarekin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ebaluatzen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etab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0B1CC39-DB63-870B-9F20-AB173FD4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Irismena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ikuspena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19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FDED7-479D-4345-80BC-2E479B27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A7B8C9-26BE-43B7-F641-11ED9B641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Ikusgarritasunak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zatitan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deskribatzen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tokiak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kapitulu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ataletan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B2BAC30-8973-10D7-1298-2454F33CF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Irismena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ikuspena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78A0FC-2417-68B6-22C9-BDCEB79D5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300" y="2390962"/>
            <a:ext cx="4893399" cy="233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98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B6E88-21EC-A266-2E8C-ADEDCFDA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C871F-DEF3-A206-B29A-4F8899D7F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esparru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eremu-motak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ikusgarritasunari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dio. Has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gaitezen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adierazpen-eremuekin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baitira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ulerterrazenak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Adierazpen-eremu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baterako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ikuspen-araua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sinplea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da: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Deklarazio-eremu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puntuaren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A277D1C-A315-4E03-0779-EAEB0B197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norainokoa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788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96CC-6E72-3D83-6CC0-8B7DA4704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1A33D0-319B-4B8A-72C3-2D7E6E23E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gorputzak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adierazpen-eremu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du.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Funtzio-gorputz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oraindik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konpiladorearen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diameter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circumference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saiatzen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D3C23BA-1EE6-B820-BDC2-BFA3EE328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norainokoa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960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D15A-0816-15C1-6F60-F712810C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BA65B8C-FEE6-9433-AAFA-3D091760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norainokoa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A6E8896-1E47-6D2A-8F14-1EFFEB0CC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250" y="2884566"/>
            <a:ext cx="5847500" cy="294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81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0A870-23AE-A369-1602-CB630BC1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DBFB40-B8E0-B99A-C771-B3DD21D16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diameter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aurrerago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lerroan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adierazpen-eremu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Akats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zuzentzeko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diameter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lerroa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mugitu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linearen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etor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C37324E-003A-9FA6-7506-B4D8C468E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norainokoa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713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95576-8661-FCD2-345F-504F08BFA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EB69FCC-6EC1-ADD1-1EEB-4BA6B1DA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norainokoa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552D60-9EB9-6182-E544-33A6F1835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556" y="2870701"/>
            <a:ext cx="6424887" cy="338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71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D7BC2-D9FC-D64B-DA6B-4144D3C8F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CDC0A1-5A33-9B5F-9D48-D1B6E0DC1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deklarazio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eremuaren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zerbait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puntuaren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ezin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gorputza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eremuen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eraikitzaileen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gorputzak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lambda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script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fitxategiak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fitxategia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kts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FC91F1B-653E-4FBE-62D0-48761BAF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norainokoa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536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B8ED4-69E3-2367-4BF6-68B13D4B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BAE625-7BCF-B2EE-5405-14AF3E3A1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bigarren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-mota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deklarazio-eremua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Deklarazio-eremuetan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deklarazio-eremu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diameter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gorputzaren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bat). 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824825B-2B87-D564-F5F9-648B81AC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767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C34FE-634C-889C-AFCD-876860CD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124052-F65A-32AF-897A-6FDD5C519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diameter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circumference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konpilatu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primeran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exekutatzen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deklarazio-eremuetan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puntuaren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36DF2DD-4D82-E877-8699-F07B2F7BC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A7DEE9-F8D5-30B7-941F-697C266A7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395" y="2387600"/>
            <a:ext cx="4203209" cy="133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3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752D2-6C39-E07A-9B33-3A6E30DBC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F93841-9EAE-4E8C-1136-F51A0F76D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Arau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salbuespen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nabarmen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deklarazio-eremu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circumference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eta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diameter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propietateak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ordena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gabe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bagenitu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konpiladorearen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lortuko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genuke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22E1109-50B1-CD56-60C0-20B7C23B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adierazpenen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541F41B-018B-46E4-FC4C-35A744210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612" y="4748306"/>
            <a:ext cx="5820775" cy="186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45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6D4FB-50DB-5A1C-F437-DC9DA8804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572C5D-5015-0437-6E5F-9D5C1E6BE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zuretzat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eskuragarri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badituzu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kanporantz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arrastaka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kanpokoenera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artxibo-mailan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dagoenera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Arrastatzen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bitartean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aitortutako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ezin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just" fontAlgn="base">
              <a:buFont typeface="+mj-lt"/>
              <a:buAutoNum type="arabicPeriod"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deklarazio-eremu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geroago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aitortutako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9FE266B-6584-20C6-CDA5-EE7D6FD71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5402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1B445-8D66-6F69-EC15-47E4800AE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DAB0B7-EBA2-3872-2B5D-8B5AECA38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Erakuts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funtzionatzen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fitxategi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A446E5E-DB0D-65EE-F42C-8E8C0934F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8D1FA6-A073-1576-4EC7-884A3DA8A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792" y="2963519"/>
            <a:ext cx="3089512" cy="37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60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45C91-5795-895C-52D7-1B07D037F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5E6E9C-32E7-2A33-D22D-A8B1924B2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iruzkinean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Galdera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erantzuteko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adierazpen-eremuak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adierazpen-eremuak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identifikatzen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has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gaitezke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Gogoratu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eta lambda-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kidegoek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adierazpen-irismena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Klase-gorputzek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artxiboak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adierazpen-irismena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0F9C98E-193C-76DC-F172-EB14ACD9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049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2886F-1487-DD17-C6FE-1AE48E93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6E38A7-58A9-0F60-6717-8A3214598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epai-eremuak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azalduko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Abiapuntu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diogun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helburua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zehaztea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97E7ABA-720B-76D4-ADD5-DC57375EA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937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9850C-BEFF-2E9D-AB41-EB6C255B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74EF067-3181-7DA7-7D35-D1C853992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69C7DD3-1AC0-9959-5346-1C213786C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944" y="2373042"/>
            <a:ext cx="6086112" cy="432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942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D51C-613F-278F-83FB-05C9A7159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98E2D-1E2E-290E-FCC3-D0542FAD7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Abiapuntua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daitezkeenez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eskaneatzen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hasiko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beherantz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ECACAEB-CA59-9CA1-665B-13D6E51F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99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9895-D0CD-A970-8BB4-8A2D5D73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071E876-6C3B-31B6-C124-DCE7F7E4D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DDCE9E-3F04-6618-D0F6-1DF699AEF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977" y="2316641"/>
            <a:ext cx="6236046" cy="440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542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22A4A-0E63-B234-C14F-8FA67D0CD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341C7C-3267-FCAB-F028-D65562A79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eskaneatzen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dugunea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multiplier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anitzarekin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topo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anitzeko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multiplier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hasierako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Diameter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hasiera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-puntuaren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eskaneatu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prest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kanporantz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igarotzeko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circumference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murgilduko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klase-gorputz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deklarazio-esparru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eskaneatu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beherantz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2C04722-A729-B563-2027-B611165BE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4257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56585-98F0-37EA-6AF6-AAF19C934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2AFD989-3A92-9911-34E0-FD2685FA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DE47398-5465-20D0-0145-691B3A320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23" y="2331947"/>
            <a:ext cx="6360354" cy="452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727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970A-8CDC-561C-C8A5-44539AD8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15471-08B9-E960-C1F8-8BA5E323B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norabideetan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eskaneatzean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radius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parametroarekin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deklaratzen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área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topo.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abiapuntuan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Jarraian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edukiontziaren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eremura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joango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eremura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Funtzio-gorputz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(eta,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adierazpen-eremu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gorantz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mugitzen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07FCCF4-62A6-13F2-16F6-DBABC7EFD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540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C7227-7DD8-C66C-8A7A-400428F6D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D8A7207-76A1-EE56-B683-2A53091C6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41B8BE-BFD8-C31B-7065-87C67F443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328" y="2343681"/>
            <a:ext cx="6037343" cy="427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468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0D9B8-8E30-7824-D9B1-27224CCE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61388D-D6F7-8D81-765E-6B847151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begiratzean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aldakorrarekin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topo, eta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abiapuntuan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área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aldakorra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azpian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dagoelako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Azkenik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goi-mailako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artxibo-eremura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iritsiko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Artxiboek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adierazpen-eremu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norabideetan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eskaneatzen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49B9B7-EF75-1F1B-89B9-600585951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660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B9D6F-BB7A-B49B-49A2-3F885A66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D6E849C-EEEA-9BAE-73D9-314EDCBF4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868039-3024-EF00-979D-C6ECA10A5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150" y="2426830"/>
            <a:ext cx="5837700" cy="417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608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6C7D7-94A2-3F3F-1729-6CB76747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33966E-86DA-D725-A22A-C5503825B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043953"/>
            <a:ext cx="11266820" cy="4814047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Pi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aldagarria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gorantz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eskaneatzean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dago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horretan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aldagairik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aurkitzen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beherantz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eskaneatzean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lang="es-ES" sz="2400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gure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galderaren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erantzuna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"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zein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ikusgai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?" da:</a:t>
            </a:r>
          </a:p>
          <a:p>
            <a:pPr lvl="0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pi</a:t>
            </a:r>
          </a:p>
          <a:p>
            <a:pPr lvl="0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radii</a:t>
            </a:r>
            <a:endParaRPr lang="es-ES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radius</a:t>
            </a:r>
            <a:endParaRPr lang="es-ES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multiplier</a:t>
            </a:r>
            <a:endParaRPr lang="es-ES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area</a:t>
            </a:r>
            <a:endParaRPr lang="es-ES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0811767-D018-684F-A81A-1E7DF3A67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3030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3E7CA-A56B-AF6D-AB4F-82EFA684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03832D-B459-8EE5-FA46-5236B6EE6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arduratzen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eskaneatze-ikuspegi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batzuetarako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funtzionatzen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duela, hala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klaseetarako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abiapuntuan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ditzake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zirkleobjektu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eskatzea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circumference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barrutik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632884B-50AF-442B-6CC2-2DDA759FC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7359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FFC8-131B-DF90-25FA-52FE132A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63A924-3665-A032-C693-8BF705230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seguraski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intuizio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gehiengoaren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inguruan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idazten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heinean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konpiladorean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(IntelliJ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Android Studio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konfiantza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batean zerbait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baliagarria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arauak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ezagutzea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egituratu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ahal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gauza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ikusgaitasuna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ziurtatuz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Irismenaren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ikusgarritasunaren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ulermen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prest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irismen-funtzioetan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murgiltzeko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!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C5B411C-351C-81E8-80E6-769AEDDB4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Habia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duten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eremuak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ikusgarritasuna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547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9F7EA-753C-23DD-2541-72ADC4920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2AB82D-938F-9338-889A-210B6349A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Kotlinen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liburutegi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estandarrean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bost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eremu-funtzioak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direnak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goragoko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da,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esamolde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adierazpen-eremu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Esparru-funtzio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helburua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existitzen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(2.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testuinguruaren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deritzona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berezian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irudikatzea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horren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gaitezen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irismen-funtzio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1EC5985-9FE6-0650-8B70-7555BCD27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Irismen-funtzioetarako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1286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367C0-6594-2589-09D2-CCF5B695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361BD1-B7FE-68A5-910F-E492CAED0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bikoizketa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askorekin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amai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demagun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helbide-objektu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4A7F061-CC19-0B6E-444A-5D9AB992E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Irismen-funtzioetarako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with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730B9C-9422-6C8B-13A3-B2FAD852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72" y="4031806"/>
            <a:ext cx="5248256" cy="220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574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2AC8-B45E-9D3A-0AD3-4F5F5343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10EC36-3DBC-1730-5B69-D5E09E3CA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Kode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idaztean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aspergarria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lerro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bakoitza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addressen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idaztea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irakurtzean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</a:rPr>
              <a:t>address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Verdana" panose="020B060403050404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Verdana" panose="020B0604030504040204" pitchFamily="34" charset="0"/>
              </a:rPr>
              <a:t>bakoitzaren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línea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ikusteak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du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ulerterrazagoa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egiten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Bikoizketa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horrek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berez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balioa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kentzen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dio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lerro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bakoitzaren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garrantziari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eguneratzen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den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propietateari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with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esparru-funtzioa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dezakegu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eremu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sartzeko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non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addressse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1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hartzaile</a:t>
            </a:r>
            <a:r>
              <a:rPr lang="es-ES" sz="2400" b="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1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inplizitu</a:t>
            </a:r>
            <a:r>
              <a:rPr lang="es-ES" sz="2400" b="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bihurtuko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den.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da:</a:t>
            </a:r>
          </a:p>
          <a:p>
            <a:pPr marL="0" indent="0" algn="l" fontAlgn="base"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37780B4-FC77-0857-00E2-369223CB4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Irismen-funtzioetarako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with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406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EB3B-5427-E058-3CDC-7E39C6814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0448481-DC5A-4A1B-4ED9-BB4DA4F7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Irismen-funtzioetarako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with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6E3A44F-801E-4ACC-16F4-0C0877688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428" y="2679797"/>
            <a:ext cx="6459143" cy="355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666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B6DB7-3A54-369E-1E0B-3A77B9C83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C17E2A-54CA-F4DD-4FCA-B34DB44E2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argumenturekin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da:</a:t>
            </a:r>
          </a:p>
          <a:p>
            <a:pPr marL="457200" indent="-4572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inplizitu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bihurtzea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testuinguruaren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xedea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457200" indent="-457200" algn="just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Lambda bat, non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testuinguruaren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inplizitua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izango den.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A0DC19F-01AB-FAE0-ED81-33BE0308B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Irismen-funtzioetarako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with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2C61AD-0A3A-8C0C-E7C3-1DF2EE64A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215" y="4845369"/>
            <a:ext cx="3703341" cy="186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856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93052-95C2-8FF5-3BFD-4A41F4E9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1EC582-4493-5702-35B5-0AEE89DFD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inplizitu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inolako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aldagai-izenik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gabe, eta,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lambda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street1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street2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zenbakiei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diezazkiekegu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hurrenez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hurren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aldagaiaren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lehenetsi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gabe.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Berriz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ere,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irismen-funtzioak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irismen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 (lambda)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sartzen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du, non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testuinguruaren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objektua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inplizitu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irudikatzen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Gainerako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lau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esparru-funtzioak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hedapen-funtzioak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Jarraian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run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deiaren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oso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antzekoa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delako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 fontAlgn="base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DD6A93B-C145-BF21-F904-F89B3F19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Irismen-funtzioetarako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with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3495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AE558-45D6-97C7-93BF-3A3DAC1F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043E1E-FCD0-D621-235D-DAC95CD39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0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………..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fontAlgn="base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1CC3043-11D8-F9EB-364F-B03C26813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Irismen-funtzioetarako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: run</a:t>
            </a:r>
          </a:p>
        </p:txBody>
      </p:sp>
    </p:spTree>
    <p:extLst>
      <p:ext uri="{BB962C8B-B14F-4D97-AF65-F5344CB8AC3E}">
        <p14:creationId xmlns:p14="http://schemas.microsoft.com/office/powerpoint/2010/main" val="13419988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10761</TotalTime>
  <Words>2111</Words>
  <Application>Microsoft Office PowerPoint</Application>
  <PresentationFormat>Panorámica</PresentationFormat>
  <Paragraphs>207</Paragraphs>
  <Slides>48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6" baseType="lpstr">
      <vt:lpstr>Algerian</vt:lpstr>
      <vt:lpstr>Arial</vt:lpstr>
      <vt:lpstr>Century Gothic</vt:lpstr>
      <vt:lpstr>Corbel</vt:lpstr>
      <vt:lpstr>Verdana</vt:lpstr>
      <vt:lpstr>Wingdings</vt:lpstr>
      <vt:lpstr>Wingdings 3</vt:lpstr>
      <vt:lpstr>Sala de reuniones Ion</vt:lpstr>
      <vt:lpstr>Android studio</vt:lpstr>
      <vt:lpstr> helburuak</vt:lpstr>
      <vt:lpstr> helburuak</vt:lpstr>
      <vt:lpstr>eremuetarako sarrera</vt:lpstr>
      <vt:lpstr>eremuetarako sarrera</vt:lpstr>
      <vt:lpstr>eremuetarako sarrera</vt:lpstr>
      <vt:lpstr>eremuetarako sarrera</vt:lpstr>
      <vt:lpstr>eremuetarako sarrera</vt:lpstr>
      <vt:lpstr>eremuetarako sarrera</vt:lpstr>
      <vt:lpstr>eremuetarako sarrera</vt:lpstr>
      <vt:lpstr>eremuetarako sarrera </vt:lpstr>
      <vt:lpstr>eremuetarako sarrera </vt:lpstr>
      <vt:lpstr>Irismena eta ikuspena</vt:lpstr>
      <vt:lpstr>Irismena eta ikuspena</vt:lpstr>
      <vt:lpstr>Irismena eta ikuspena</vt:lpstr>
      <vt:lpstr>Irismena eta ikuspena</vt:lpstr>
      <vt:lpstr>adierazpenen norainokoa</vt:lpstr>
      <vt:lpstr>adierazpenen norainokoa</vt:lpstr>
      <vt:lpstr>adierazpenen norainokoa</vt:lpstr>
      <vt:lpstr>adierazpenen norainokoa</vt:lpstr>
      <vt:lpstr>adierazpenen norainokoa</vt:lpstr>
      <vt:lpstr>adierazpenen norainokoa</vt:lpstr>
      <vt:lpstr>adierazpenen eremuak</vt:lpstr>
      <vt:lpstr>adierazpenen eremuak</vt:lpstr>
      <vt:lpstr>adierazpenen eremuak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Habia duten eremuak eta ikusgarritasuna</vt:lpstr>
      <vt:lpstr>Irismen-funtzioetarako sarrera</vt:lpstr>
      <vt:lpstr>Irismen-funtzioetarako sarrera: with</vt:lpstr>
      <vt:lpstr>Irismen-funtzioetarako sarrera: with</vt:lpstr>
      <vt:lpstr>Irismen-funtzioetarako sarrera: with</vt:lpstr>
      <vt:lpstr>Irismen-funtzioetarako sarrera: with</vt:lpstr>
      <vt:lpstr>Irismen-funtzioetarako sarrera: with</vt:lpstr>
      <vt:lpstr>Irismen-funtzioetarako sarrera: run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28</cp:revision>
  <dcterms:created xsi:type="dcterms:W3CDTF">2024-08-04T10:10:26Z</dcterms:created>
  <dcterms:modified xsi:type="dcterms:W3CDTF">2024-11-08T12:45:46Z</dcterms:modified>
</cp:coreProperties>
</file>