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82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>
                <a:latin typeface="Arial" panose="020B0604020202020204" pitchFamily="34" charset="0"/>
                <a:cs typeface="Arial" panose="020B0604020202020204" pitchFamily="34" charset="0"/>
              </a:rPr>
              <a:t>Interfazeetarako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independenteak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objektu-funtzioak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fontAlgn="base">
              <a:buNone/>
            </a:pPr>
            <a:br>
              <a:rPr lang="es-ES" sz="2200" dirty="0"/>
            </a:br>
            <a:br>
              <a:rPr lang="es-ES" sz="2200" dirty="0"/>
            </a:b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AA62F-6F80-345F-95FA-869108132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C52AC1-F495-981E-6927-9FD34A9B5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ditzaketela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ikasi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motako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uppercase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zeinak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hizki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maiuskulaz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6F3F9E1-EDC6-C98A-ABCA-9C8AE402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independenteak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eta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objektu-funtzioak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E4F93CC-5512-307F-0DBC-ABED33C9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244" y="4460136"/>
            <a:ext cx="7037512" cy="158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54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10677</TotalTime>
  <Words>81</Words>
  <Application>Microsoft Office PowerPoint</Application>
  <PresentationFormat>Panorámica</PresentationFormat>
  <Paragraphs>17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0" baseType="lpstr">
      <vt:lpstr>Algerian</vt:lpstr>
      <vt:lpstr>Arial</vt:lpstr>
      <vt:lpstr>Century Gothic</vt:lpstr>
      <vt:lpstr>Corbel</vt:lpstr>
      <vt:lpstr>Verdana</vt:lpstr>
      <vt:lpstr>Wingdings 3</vt:lpstr>
      <vt:lpstr>Sala de reuniones Ion</vt:lpstr>
      <vt:lpstr>Android studio</vt:lpstr>
      <vt:lpstr> helburuak</vt:lpstr>
      <vt:lpstr>Funtzio independenteak eta objektu-funtzioak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28</cp:revision>
  <dcterms:created xsi:type="dcterms:W3CDTF">2024-08-04T10:10:26Z</dcterms:created>
  <dcterms:modified xsi:type="dcterms:W3CDTF">2024-11-07T12:43:25Z</dcterms:modified>
</cp:coreProperties>
</file>