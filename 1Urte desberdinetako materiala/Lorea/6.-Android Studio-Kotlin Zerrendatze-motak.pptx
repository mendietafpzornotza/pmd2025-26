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Kotlin-Zerrendatze-motak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1.Balioen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mugatzea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2.Zerrendatze-mota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.Zerrendatze-mota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erabilera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4.Zerrendatze-moten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baldintzetan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5.Propietateak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eranstea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zerrendatze-motei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6.Propietate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integratuak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-mota bat),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bereziki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kopuru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mugatu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maskota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gordetzeko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ezberdin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zaizkizu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Schnauzertarrentzat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Shadow, Rover eta Captain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Fluffybeard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datozkit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dakizkiekeen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barietatearentzat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mugagabeak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mugatuz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A97190-63EA-CD4F-8842-6898D05B1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97" y="3789669"/>
            <a:ext cx="6266606" cy="65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istorio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3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miniatura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estandarra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erraldoia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mugagabea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mugatuz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2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it-IT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 lotzen da hori guztia programazioarekin?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probabilitatea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murriztu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posibleen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baliodunetara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hautatuz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imajina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txakurrari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zentzuzkoa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Bestalde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espezifikoari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infinitua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dezaketelako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ezin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arraza-aldagai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frogatzeko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it-IT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mugatuz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81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egiaztatzen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it-IT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mugatuz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961B50-41FC-6044-4531-87310701F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497" y="2932420"/>
            <a:ext cx="7401006" cy="6616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3393CE-7BC6-DCAB-10C6-94E3E287B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557" y="4794384"/>
            <a:ext cx="6489745" cy="168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6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Baldintzapeko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true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asmoa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"Mini"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Miniature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faltsutzat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gaizki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zegoela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mugagabeak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ahalbidetzen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ahalbidetzen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arraza-izenetako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akatsa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posible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(</a:t>
            </a: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enumeración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)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mugatuz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26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atal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garrantzitsuenak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-mota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F8357D-9549-6B38-F9CF-D8599AA25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863" y="2875239"/>
            <a:ext cx="2642273" cy="142007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49F671-9A26-8A93-B9A8-0FB77F7C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8" y="4973359"/>
            <a:ext cx="2766300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3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705100"/>
            <a:ext cx="11266820" cy="3853356"/>
          </a:xfrm>
        </p:spPr>
        <p:txBody>
          <a:bodyPr>
            <a:noAutofit/>
          </a:bodyPr>
          <a:lstStyle/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enum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kalseari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SchnauzerBreed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zerrendatze-sarrerak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zenbaketa-konstanteak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-mota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4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hórrela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39BDE4-BE2F-2A8F-0D01-0DE4CDD09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915" y="3637082"/>
            <a:ext cx="5673028" cy="6515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2DFB4C-60A1-6D17-3FA9-C3F6226E6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43" y="5364469"/>
            <a:ext cx="7777571" cy="65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0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hórrela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39BDE4-BE2F-2A8F-0D01-0DE4CDD09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915" y="3637082"/>
            <a:ext cx="5673028" cy="6515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2DFB4C-60A1-6D17-3FA9-C3F6226E6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43" y="5364469"/>
            <a:ext cx="7777571" cy="65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0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MINIATUREren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MINI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liguke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-mota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AF27F-45CF-E3DE-A9B4-7D011FFF2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911" y="3937708"/>
            <a:ext cx="7111038" cy="50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2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interesgarri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laguntza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ematen duela </a:t>
            </a:r>
            <a:r>
              <a:rPr lang="es-ES" sz="2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Zerrendatze-motek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posibleak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deskribapena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"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when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"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baldintzetan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7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else-rik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sartu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alde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liguke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"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when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"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baldintzetan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55D9E1-419C-5A5A-30D1-C5FD79A8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337" y="2336800"/>
            <a:ext cx="5835325" cy="14656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CC73088-82C8-1312-9453-5DEC29BD4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50" y="5092841"/>
            <a:ext cx="6931497" cy="14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2216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konpondu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erabilera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"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when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"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baldintzetan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744BE6-701F-43C5-AA00-240B03B63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425" y="2908263"/>
            <a:ext cx="5603149" cy="146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31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it-IT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Posible al da propietateak eta funtzioak zerrendatze-mota bati eranstea? </a:t>
            </a:r>
            <a:r>
              <a:rPr lang="it-IT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</a:t>
            </a:r>
          </a:p>
          <a:p>
            <a:pPr marL="0" indent="0" algn="just" fontAlgn="base">
              <a:buNone/>
            </a:pPr>
            <a:endParaRPr lang="it-IT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it-IT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eraikitzaile-parametro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eraikitzaile-argumentu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0EDC01-AFA8-A605-F173-5CEBF1F5E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901" y="2773903"/>
            <a:ext cx="4116195" cy="13101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8CDCBD0-45A6-EE59-94A1-E4261AE1D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06" y="5129461"/>
            <a:ext cx="3756986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9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altuera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inprima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pantailan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Erantsi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jabetza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family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arrazatakoak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diguna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1EFAE2-39E0-91DB-2964-F443AF389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285" y="3274134"/>
            <a:ext cx="4945429" cy="6405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25ADD2-34AF-C5ED-A595-C7FDE31C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663" y="4966290"/>
            <a:ext cx="4070673" cy="174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05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Family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zerrendatze-sarreraren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br>
              <a:rPr lang="it-IT" sz="2400" dirty="0"/>
            </a:br>
            <a:br>
              <a:rPr lang="it-IT" sz="2400" dirty="0"/>
            </a:br>
            <a:endParaRPr lang="it-IT" sz="2400" dirty="0"/>
          </a:p>
          <a:p>
            <a:pPr algn="l" fontAlgn="base"/>
            <a:endParaRPr lang="it-IT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br>
              <a:rPr lang="it-IT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6F2040A-8D9F-CEA6-C233-6FC395580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781" y="3878870"/>
            <a:ext cx="6264437" cy="2679586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01642A75-7F84-4EA4-ACE1-2260E845371B}"/>
              </a:ext>
            </a:extLst>
          </p:cNvPr>
          <p:cNvSpPr/>
          <p:nvPr/>
        </p:nvSpPr>
        <p:spPr>
          <a:xfrm>
            <a:off x="4660900" y="5105400"/>
            <a:ext cx="787400" cy="431800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27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it-IT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 bat gehitzea ere erraza da.</a:t>
            </a:r>
          </a:p>
          <a:p>
            <a:pPr marL="0" indent="0">
              <a:buNone/>
            </a:pPr>
            <a:br>
              <a:rPr lang="it-IT" sz="2400" dirty="0"/>
            </a:br>
            <a:br>
              <a:rPr lang="it-IT" sz="2400" dirty="0"/>
            </a:br>
            <a:endParaRPr lang="it-IT" sz="2400" dirty="0"/>
          </a:p>
          <a:p>
            <a:pPr algn="l" fontAlgn="base"/>
            <a:endParaRPr lang="it-IT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br>
              <a:rPr lang="it-IT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785C2CC-2382-CD89-ADEA-86F1050F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56" y="3008564"/>
            <a:ext cx="6256688" cy="246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75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ditzazkegu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t-IT" sz="2400" dirty="0"/>
            </a:br>
            <a:endParaRPr lang="it-IT" sz="2400" dirty="0"/>
          </a:p>
          <a:p>
            <a:pPr algn="l" fontAlgn="base"/>
            <a:endParaRPr lang="it-IT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br>
              <a:rPr lang="it-IT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9898798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Zerrendatze-motei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1A6F6F-D426-28FA-EB52-DB0DBE28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79" y="4390478"/>
            <a:ext cx="9260538" cy="8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951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Ordinal: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it-IT" sz="2400" dirty="0"/>
            </a:br>
            <a:endParaRPr lang="it-IT" sz="2400" dirty="0"/>
          </a:p>
          <a:p>
            <a:pPr algn="l" fontAlgn="base"/>
            <a:endParaRPr lang="it-IT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br>
              <a:rPr lang="it-IT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11133056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integratuak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0EB9C0-D43A-6178-0AB2-4859E5CF0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351" y="3773126"/>
            <a:ext cx="3894157" cy="10135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5320F2B-FB78-7669-CAA9-B8FF534C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299" y="5446998"/>
            <a:ext cx="3506249" cy="111145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49AEDC4-A8FA-8AA2-4F0E-A7027E56C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454" y="5586319"/>
            <a:ext cx="1549427" cy="83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21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22500"/>
            <a:ext cx="11266820" cy="43359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zerrendatze-instantzia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Ordinal: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Zerrenda-sarreraren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it-IT" sz="2400" dirty="0"/>
            </a:br>
            <a:endParaRPr lang="it-IT" sz="2400" dirty="0"/>
          </a:p>
          <a:p>
            <a:pPr algn="l" fontAlgn="base"/>
            <a:endParaRPr lang="it-IT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br>
              <a:rPr lang="it-IT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552263"/>
            <a:ext cx="11133056" cy="1479737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integratuak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0EB9C0-D43A-6178-0AB2-4859E5CF0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351" y="3773126"/>
            <a:ext cx="3894157" cy="10135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5320F2B-FB78-7669-CAA9-B8FF534C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299" y="5446998"/>
            <a:ext cx="3506249" cy="111145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49AEDC4-A8FA-8AA2-4F0E-A7027E56C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454" y="5586319"/>
            <a:ext cx="1549427" cy="83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9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7343</TotalTime>
  <Words>1045</Words>
  <Application>Microsoft Office PowerPoint</Application>
  <PresentationFormat>Panorámica</PresentationFormat>
  <Paragraphs>144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Balioak mugatuz</vt:lpstr>
      <vt:lpstr>Balioak mugatuz</vt:lpstr>
      <vt:lpstr>Balioak mugatuz</vt:lpstr>
      <vt:lpstr>Balioak mugatuz</vt:lpstr>
      <vt:lpstr>Balioak mugatuz</vt:lpstr>
      <vt:lpstr>Zerrendatze-mota bat sortzea</vt:lpstr>
      <vt:lpstr>Zerrendatze-mota bat sortzea</vt:lpstr>
      <vt:lpstr>Zerrendatze-mota baen erabilera</vt:lpstr>
      <vt:lpstr>Zerrendatze-mota baen erabilera</vt:lpstr>
      <vt:lpstr>Zerrendatze-mota baen erabilera</vt:lpstr>
      <vt:lpstr>Zerrendatze-moten erabilera "when" baldintzetan</vt:lpstr>
      <vt:lpstr>Zerrendatze-moten erabilera "when" baldintzetan</vt:lpstr>
      <vt:lpstr>Zerrendatze-moten erabilera "when" baldintzetan</vt:lpstr>
      <vt:lpstr>Propietateak eta funtzioak eranstea Zerrendatze-motei</vt:lpstr>
      <vt:lpstr>Propietateak eta funtzioak eranstea Zerrendatze-motei</vt:lpstr>
      <vt:lpstr>Propietateak eta funtzioak eranstea Zerrendatze-motei</vt:lpstr>
      <vt:lpstr>Propietateak eta funtzioak eranstea Zerrendatze-motei</vt:lpstr>
      <vt:lpstr>Propietateak eta funtzioak eranstea Zerrendatze-motei</vt:lpstr>
      <vt:lpstr>Propietate integratuak</vt:lpstr>
      <vt:lpstr>Propietate integratuak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27</cp:revision>
  <dcterms:created xsi:type="dcterms:W3CDTF">2024-08-04T10:10:26Z</dcterms:created>
  <dcterms:modified xsi:type="dcterms:W3CDTF">2024-08-17T17:40:10Z</dcterms:modified>
</cp:coreProperties>
</file>