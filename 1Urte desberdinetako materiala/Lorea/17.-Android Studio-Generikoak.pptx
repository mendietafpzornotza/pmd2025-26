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01" r:id="rId3"/>
    <p:sldId id="30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43" d="100"/>
          <a:sy n="43" d="100"/>
        </p:scale>
        <p:origin x="82" y="8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5DC12-2F0A-2AD5-2698-C0FA3E950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625" y="1420322"/>
            <a:ext cx="11236750" cy="2677648"/>
          </a:xfrm>
        </p:spPr>
        <p:txBody>
          <a:bodyPr/>
          <a:lstStyle/>
          <a:p>
            <a:pPr algn="ctr"/>
            <a:r>
              <a:rPr lang="es-ES" sz="6000" b="0" i="0" u="none" strike="noStrike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Android </a:t>
            </a:r>
            <a:r>
              <a:rPr lang="es-ES" sz="6000" b="0" i="0" u="none" strike="noStrike" baseline="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studio</a:t>
            </a:r>
            <a:endParaRPr lang="es-ES" sz="6000" dirty="0">
              <a:solidFill>
                <a:schemeClr val="tx2">
                  <a:lumMod val="40000"/>
                  <a:lumOff val="6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74B8CA-1A06-8191-B0EF-9BF91DF36C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750" y="4882195"/>
            <a:ext cx="10604500" cy="861420"/>
          </a:xfrm>
        </p:spPr>
        <p:txBody>
          <a:bodyPr>
            <a:normAutofit/>
          </a:bodyPr>
          <a:lstStyle/>
          <a:p>
            <a:r>
              <a:rPr lang="es-ES" sz="2800">
                <a:latin typeface="Arial" panose="020B0604020202020204" pitchFamily="34" charset="0"/>
                <a:cs typeface="Arial" panose="020B0604020202020204" pitchFamily="34" charset="0"/>
              </a:rPr>
              <a:t>generikoak</a:t>
            </a: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FDB7C1A-3F97-7E19-5A24-52771BA1F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87" y="636097"/>
            <a:ext cx="1736725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89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F6CEB-A2DA-8348-2702-E6B4C369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helburuak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BC4ADD-00AC-0309-F075-018CAB9B8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56846"/>
            <a:ext cx="11133056" cy="460115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kontzeptu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landuko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independenteak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objektu-funtzioak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elkartea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oinarriak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Mapak</a:t>
            </a:r>
            <a:r>
              <a:rPr lang="es-E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bilatu</a:t>
            </a: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 </a:t>
            </a: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eragiketak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 fontAlgn="base">
              <a:buFont typeface="+mj-lt"/>
              <a:buAutoNum type="arabicPeriod"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sortzea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batetik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 fontAlgn="base">
              <a:buNone/>
            </a:pPr>
            <a:br>
              <a:rPr lang="es-ES" sz="2200" dirty="0"/>
            </a:br>
            <a:br>
              <a:rPr lang="es-ES" sz="2200" dirty="0"/>
            </a:b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058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AA62F-6F80-345F-95FA-869108132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C52AC1-F495-981E-6927-9FD34A9B5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ditzaketela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ikasi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genuen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motako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uppercase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zeinak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kate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itzultzen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hizki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guztiak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maiuskulaz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diezaiokezu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6F3F9E1-EDC6-C98A-ABCA-9C8AE4022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independenteak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6E4F93CC-5512-307F-0DBC-ABED33C9D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244" y="4460136"/>
            <a:ext cx="7037512" cy="158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8545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{8CE52295-FD27-492C-84C7-95F108672C99}tf02900722</Template>
  <TotalTime>10679</TotalTime>
  <Words>80</Words>
  <Application>Microsoft Office PowerPoint</Application>
  <PresentationFormat>Panorámica</PresentationFormat>
  <Paragraphs>17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10" baseType="lpstr">
      <vt:lpstr>Algerian</vt:lpstr>
      <vt:lpstr>Arial</vt:lpstr>
      <vt:lpstr>Century Gothic</vt:lpstr>
      <vt:lpstr>Corbel</vt:lpstr>
      <vt:lpstr>Verdana</vt:lpstr>
      <vt:lpstr>Wingdings 3</vt:lpstr>
      <vt:lpstr>Sala de reuniones Ion</vt:lpstr>
      <vt:lpstr>Android studio</vt:lpstr>
      <vt:lpstr> helburuak</vt:lpstr>
      <vt:lpstr>Funtzio independenteak eta objektu-funtzioak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lorea mendieta lastra</dc:creator>
  <cp:lastModifiedBy>lorea mendieta lastra</cp:lastModifiedBy>
  <cp:revision>33</cp:revision>
  <dcterms:created xsi:type="dcterms:W3CDTF">2024-08-04T10:10:26Z</dcterms:created>
  <dcterms:modified xsi:type="dcterms:W3CDTF">2024-11-07T12:44:54Z</dcterms:modified>
</cp:coreProperties>
</file>