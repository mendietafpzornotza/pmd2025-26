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6" r:id="rId20"/>
    <p:sldId id="315" r:id="rId21"/>
    <p:sldId id="317" r:id="rId22"/>
    <p:sldId id="319" r:id="rId23"/>
    <p:sldId id="318" r:id="rId24"/>
    <p:sldId id="320" r:id="rId25"/>
    <p:sldId id="321" r:id="rId26"/>
    <p:sldId id="322" r:id="rId27"/>
    <p:sldId id="32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Kotlin-baldintzazko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aginduak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642078"/>
            <a:ext cx="11133056" cy="32422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Baldintzazko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Aginduak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agindua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agindua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Urrezko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errizitoak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desberdin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erreakzionatzen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esnearen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tenperaturaren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55 ° C-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dio: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Bero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handiegia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du!“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40 ° C-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kexatu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da: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Hotza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du!“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esango du: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Tenperatua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erfektua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du!"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2200"/>
            <a:ext cx="11266820" cy="44958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esnearen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Urrezko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errizitoak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dagokionez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taulako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errenkada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Erabilgarria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bazaizu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adarrak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zuhaitz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zenituzkeen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6D144D-4870-79DF-B349-34C268FCD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167" y="3941822"/>
            <a:ext cx="3191666" cy="264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0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kode-lerro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bitartean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ibilbideari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partikularra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barne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egikaritze-bidea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exekuzio-ibilbideak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390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5EC7366-42F8-37AF-EF2D-90A64F38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94" y="2831176"/>
            <a:ext cx="11179811" cy="346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1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kode-eraikuntzei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baldintzazkoak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aginduak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taula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E2E596-544D-DF1D-20BC-C7573123D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760" y="4457579"/>
            <a:ext cx="7387339" cy="180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6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taula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irakurtzeko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ulertzeko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Ezkerreko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zutabea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zeharkatu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Urrezko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Errizitoak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esnearen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eskuinera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erreakzionatuko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ahaltsu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eskaintzen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taula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11FA4BB-4707-EAF3-07B1-E6DCA47E5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731" y="4423534"/>
            <a:ext cx="4623398" cy="213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12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taularen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dirudi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Irekitzeko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giltzaren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ixteko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giltzaren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taulako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errenkada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Erantzunari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55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erantzuna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reaction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“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handiegia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du!”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40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txikiagoa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erantzuna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reaction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du!"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erantzuna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reaction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Tenperatua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perfektua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da!”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36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ulertzeko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0FB566-8837-CFAB-3A26-B1AAADFD8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5" y="3247320"/>
            <a:ext cx="6109969" cy="277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011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Konparazio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berdintasu</a:t>
            </a:r>
            <a:r>
              <a:rPr lang="es-ES" sz="2400" b="0" i="0" dirty="0" err="1">
                <a:solidFill>
                  <a:srgbClr val="000000"/>
                </a:solidFill>
                <a:effectLst/>
                <a:highlight>
                  <a:srgbClr val="E6F4FF"/>
                </a:highlight>
                <a:latin typeface="Verdana" panose="020B0604030504040204" pitchFamily="34" charset="0"/>
              </a:rPr>
              <a:t>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eragileak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ebaluatzen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egiazkoa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49CDFA1-FA29-DD9F-2A41-411BBD23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710" y="2356702"/>
            <a:ext cx="3113889" cy="420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erabilgarria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ziurrenik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sarritan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Ezaugarri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interesgarri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baldintzak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irabazten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It`s</a:t>
            </a: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</a:t>
            </a: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cold</a:t>
            </a: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da. 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3A19E27-15BF-7655-1A3C-B48CFAE45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487" y="3802320"/>
            <a:ext cx="4189997" cy="224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90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It´s</a:t>
            </a: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frigid</a:t>
            </a: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aginduen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E8FCFE-C86B-7496-3163-C5FD81CA9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82" y="3522967"/>
            <a:ext cx="4567036" cy="236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87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lengoaia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 switch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aitorpenek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egindako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exekuzio-metodo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datorrenean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azpiko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(baita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aitorpenak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trantsiziorik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0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Kointzidentzia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zehatzak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-tarte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"55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"40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txikiagoa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"),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kointzidentzia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taula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2AB064-1128-3F3E-9EC0-325417AE0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387" y="4633324"/>
            <a:ext cx="5728085" cy="191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86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enuntziatua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AF9B5E-5842-D41C-2C73-1EF7514E2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981" y="2953514"/>
            <a:ext cx="4020897" cy="360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21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1305281-754D-F429-0D15-573D6DB14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90" y="3429000"/>
            <a:ext cx="4666079" cy="308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56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1BDBBA-806A-B3EF-0DB1-D330B8E23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545" y="3225800"/>
            <a:ext cx="4875770" cy="29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80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35200"/>
            <a:ext cx="11266820" cy="4323256"/>
          </a:xfrm>
        </p:spPr>
        <p:txBody>
          <a:bodyPr>
            <a:noAutofit/>
          </a:bodyPr>
          <a:lstStyle/>
          <a:p>
            <a:pPr algn="l" fontAlgn="base"/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posible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guztietarako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baldintzak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sartu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amaieran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gabe.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badakigunez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posible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badaki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ezin dela izan.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kasuetarako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bitartean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beharko.</a:t>
            </a:r>
          </a:p>
          <a:p>
            <a:pPr marL="0" indent="0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202C35-1390-0CD2-9DA0-4594DDC81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068" y="5419356"/>
            <a:ext cx="2674724" cy="131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42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1BDBBA-806A-B3EF-0DB1-D330B8E23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545" y="3225800"/>
            <a:ext cx="4875770" cy="29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57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Aholku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azkarra</a:t>
            </a:r>
            <a:endParaRPr lang="es-ES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B886F8-CE71-D90F-1E20-76CF79142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09" y="2990798"/>
            <a:ext cx="8627041" cy="203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66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71700"/>
            <a:ext cx="11266820" cy="4386756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17EDFE-94B5-7AA4-538C-7F5CC6483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217" y="2627013"/>
            <a:ext cx="5482425" cy="410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57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adierazpena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ahaltsua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garatzaile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gehiegizkoa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egiaztapen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boolear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sinpleetarako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horietarako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bigarren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-mota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eskaintzen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digu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</a:p>
          <a:p>
            <a:pPr marL="0" indent="0" algn="ctr" fontAlgn="base">
              <a:buNone/>
            </a:pPr>
            <a:r>
              <a:rPr lang="es-E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40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Bonbillaren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zehatzagoa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IF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truerako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falserako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A1B398-3B57-D4EB-0230-608CFD31C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38" y="3995368"/>
            <a:ext cx="4307243" cy="20498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84DB764-205F-775D-5FFE-188B70D71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171" y="4765633"/>
            <a:ext cx="7229253" cy="5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23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atalak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batzuetara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4E70B7-5F5D-A061-B781-0E682DAB7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887" y="2894284"/>
            <a:ext cx="5744225" cy="13094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35C9CD-2CE9-4EDC-73D8-4320FE120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937" y="4741281"/>
            <a:ext cx="2866821" cy="17619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D190B77-4396-3974-BC01-DC5F0F0CA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746" y="4229717"/>
            <a:ext cx="3562454" cy="252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31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IF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daiteko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adierazteko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C5840CB-FCDF-0E12-998C-B743809A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623" y="3110144"/>
            <a:ext cx="2985849" cy="323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69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Praktika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onak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aginduak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299B88-8A67-8582-3D5D-06376FA8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880" y="3068176"/>
            <a:ext cx="7151335" cy="277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7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5903</TotalTime>
  <Words>1014</Words>
  <Application>Microsoft Office PowerPoint</Application>
  <PresentationFormat>Panorámica</PresentationFormat>
  <Paragraphs>180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 Baldintzazko aginduak</vt:lpstr>
      <vt:lpstr>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  <vt:lpstr> Baldintzazko aginduak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20</cp:revision>
  <dcterms:created xsi:type="dcterms:W3CDTF">2024-08-04T10:10:26Z</dcterms:created>
  <dcterms:modified xsi:type="dcterms:W3CDTF">2024-09-13T07:25:04Z</dcterms:modified>
</cp:coreProperties>
</file>