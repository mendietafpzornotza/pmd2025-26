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87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9" r:id="rId28"/>
    <p:sldId id="300" r:id="rId29"/>
    <p:sldId id="301" r:id="rId30"/>
    <p:sldId id="302" r:id="rId31"/>
    <p:sldId id="303" r:id="rId32"/>
    <p:sldId id="304" r:id="rId33"/>
    <p:sldId id="306" r:id="rId34"/>
    <p:sldId id="307" r:id="rId35"/>
    <p:sldId id="305" r:id="rId36"/>
    <p:sldId id="308" r:id="rId37"/>
    <p:sldId id="309" r:id="rId38"/>
    <p:sldId id="310" r:id="rId39"/>
    <p:sldId id="312" r:id="rId40"/>
    <p:sldId id="313" r:id="rId41"/>
    <p:sldId id="314" r:id="rId42"/>
    <p:sldId id="315" r:id="rId43"/>
    <p:sldId id="316" r:id="rId44"/>
    <p:sldId id="318" r:id="rId45"/>
    <p:sldId id="317" r:id="rId46"/>
    <p:sldId id="319" r:id="rId47"/>
    <p:sldId id="320" r:id="rId48"/>
    <p:sldId id="321" r:id="rId49"/>
    <p:sldId id="322" r:id="rId50"/>
    <p:sldId id="323" r:id="rId51"/>
    <p:sldId id="32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Ingurunearen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(Android Studio)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estruktura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osagaiak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aztertzen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86526"/>
            <a:ext cx="11266820" cy="40719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Android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bertsioko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egonkorra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burutuko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https://developer.android.com/studio</a:t>
            </a:r>
            <a:endParaRPr lang="es-ES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bazenuen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bertsioa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--&gt;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Eskaintzen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eguneraketak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burutu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instalazioa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instalazioa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BFE401C-1AFF-FD42-15A7-F8F32BA30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45" y="2326105"/>
            <a:ext cx="7441910" cy="45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4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791325"/>
            <a:ext cx="11266820" cy="3767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Studio 4.1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bertsiotik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plugina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jada,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bertsioa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ziurtatzeko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Android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Studioko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plugin-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atalera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</a:p>
          <a:p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Plugins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alboko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bilaketa-kutxan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Egiaztatu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ala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1800" b="0" i="0" u="none" strike="noStrike" baseline="0" dirty="0">
                <a:solidFill>
                  <a:srgbClr val="000000"/>
                </a:solidFill>
                <a:latin typeface="Perpetua" panose="02020502060401020303" pitchFamily="18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instalazioa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95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instalazioa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2E248C-89A3-EEDF-E766-C6285F37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742" y="2362149"/>
            <a:ext cx="4839375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5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instalazioa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D1D238-7CC3-4823-6CF6-EC2C90CC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653" y="2279366"/>
            <a:ext cx="6990693" cy="43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5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791325"/>
            <a:ext cx="11266820" cy="37671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Android Studio 3.0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bertsiotik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ingurunean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sor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Ez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Project</a:t>
            </a:r>
          </a:p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1800" b="0" i="0" u="none" strike="noStrike" baseline="0" dirty="0">
                <a:solidFill>
                  <a:srgbClr val="000000"/>
                </a:solidFill>
                <a:latin typeface="Perpetua" panose="02020502060401020303" pitchFamily="18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58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6C447A-F80C-9CA4-9722-F9D76882D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57" y="2464984"/>
            <a:ext cx="5759486" cy="41550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7D41E16-6A5F-020D-3480-E599B7CA3B7C}"/>
              </a:ext>
            </a:extLst>
          </p:cNvPr>
          <p:cNvSpPr txBox="1"/>
          <p:nvPr/>
        </p:nvSpPr>
        <p:spPr>
          <a:xfrm>
            <a:off x="527902" y="3668141"/>
            <a:ext cx="2542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 Activity </a:t>
            </a:r>
            <a:r>
              <a:rPr lang="fi-FI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aukeratueta </a:t>
            </a:r>
            <a:r>
              <a:rPr lang="fi-FI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Hurrengoa</a:t>
            </a:r>
            <a:r>
              <a:rPr lang="fi-FI" b="0" i="0" dirty="0">
                <a:solidFill>
                  <a:srgbClr val="000000"/>
                </a:solidFill>
                <a:effectLst/>
                <a:highlight>
                  <a:srgbClr val="E6F4FF"/>
                </a:highlight>
                <a:latin typeface="Verdana" panose="020B0604030504040204" pitchFamily="34" charset="0"/>
              </a:rPr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22460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6317"/>
            <a:ext cx="11266820" cy="4152138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1.-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kokapena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2.-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minimoa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Oro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% 85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zifra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3.-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lehenetsita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4.-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Oharra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Java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hizkuntza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duzuen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proiekturen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bihurketa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1800" b="0" i="0" u="none" strike="noStrike" baseline="0" dirty="0">
                <a:solidFill>
                  <a:srgbClr val="000000"/>
                </a:solidFill>
                <a:latin typeface="Perpetua" panose="02020502060401020303" pitchFamily="18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8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632A68-1637-1DF7-C9B0-90F8A1D4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510" y="2220883"/>
            <a:ext cx="6556980" cy="468272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01179CE7-EDDC-664A-D939-3F28E9266B4C}"/>
              </a:ext>
            </a:extLst>
          </p:cNvPr>
          <p:cNvSpPr/>
          <p:nvPr/>
        </p:nvSpPr>
        <p:spPr>
          <a:xfrm>
            <a:off x="6094430" y="4443663"/>
            <a:ext cx="1589738" cy="834190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95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6317"/>
            <a:ext cx="3536178" cy="1022683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1800" b="0" i="0" u="none" strike="noStrike" baseline="0" dirty="0">
                <a:solidFill>
                  <a:srgbClr val="000000"/>
                </a:solidFill>
                <a:latin typeface="Perpetua" panose="02020502060401020303" pitchFamily="18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564B02-148C-E4A3-D733-AD964201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23" y="2406317"/>
            <a:ext cx="3361214" cy="43171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9D46F9D-1C4A-762B-A63C-6045FD82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558" y="3774253"/>
            <a:ext cx="3467400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19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ube 11">
            <a:extLst>
              <a:ext uri="{FF2B5EF4-FFF2-40B4-BE49-F238E27FC236}">
                <a16:creationId xmlns:a16="http://schemas.microsoft.com/office/drawing/2014/main" id="{8CC34C77-336C-75AB-EB41-5C6F742E10E0}"/>
              </a:ext>
            </a:extLst>
          </p:cNvPr>
          <p:cNvSpPr/>
          <p:nvPr/>
        </p:nvSpPr>
        <p:spPr>
          <a:xfrm>
            <a:off x="152400" y="5486400"/>
            <a:ext cx="4944533" cy="120226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6317"/>
            <a:ext cx="11266820" cy="4152138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Moduloa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deskribatzailea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Kodigoa</a:t>
            </a:r>
            <a:endParaRPr lang="es-ES" sz="2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Errekurtsoak</a:t>
            </a:r>
            <a:endParaRPr lang="es-E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Konpilazioko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konfigurazioa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Gomendioa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endParaRPr 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AD2B0C-8269-7CED-0A99-379B82F7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883" y="2595736"/>
            <a:ext cx="3474817" cy="3962719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5399070-26AC-3655-365C-86E38850B235}"/>
              </a:ext>
            </a:extLst>
          </p:cNvPr>
          <p:cNvSpPr/>
          <p:nvPr/>
        </p:nvSpPr>
        <p:spPr>
          <a:xfrm>
            <a:off x="8013700" y="2997200"/>
            <a:ext cx="1879600" cy="431800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61E91F7-D753-FBD2-FC6F-F7D21663B6D9}"/>
              </a:ext>
            </a:extLst>
          </p:cNvPr>
          <p:cNvSpPr/>
          <p:nvPr/>
        </p:nvSpPr>
        <p:spPr>
          <a:xfrm>
            <a:off x="8013700" y="3289300"/>
            <a:ext cx="1879600" cy="431800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4D8E882-30AB-AF4B-81A2-94D0DBCF9A69}"/>
              </a:ext>
            </a:extLst>
          </p:cNvPr>
          <p:cNvSpPr/>
          <p:nvPr/>
        </p:nvSpPr>
        <p:spPr>
          <a:xfrm>
            <a:off x="7658100" y="3694619"/>
            <a:ext cx="1879600" cy="4318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FEAB723-CA2E-F563-0027-118BF4805DDE}"/>
              </a:ext>
            </a:extLst>
          </p:cNvPr>
          <p:cNvSpPr/>
          <p:nvPr/>
        </p:nvSpPr>
        <p:spPr>
          <a:xfrm>
            <a:off x="8013700" y="5884332"/>
            <a:ext cx="1879600" cy="4318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1A835B5-5886-FB7F-0429-3659422EF17B}"/>
              </a:ext>
            </a:extLst>
          </p:cNvPr>
          <p:cNvSpPr/>
          <p:nvPr/>
        </p:nvSpPr>
        <p:spPr>
          <a:xfrm>
            <a:off x="7444691" y="2578100"/>
            <a:ext cx="1879600" cy="431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271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3175000"/>
            <a:ext cx="11266820" cy="2154006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AndroidManifest.xml: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deskribatzen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barneratzeak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hornitzaileak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Halaber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baimenak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minimoa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Java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paketea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67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BE3EE-924E-242F-9C4D-A3D379D30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678" y="2319666"/>
            <a:ext cx="2941575" cy="40389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D68E97-7B2F-8331-8A2C-D8A1089A1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288" y="2425523"/>
            <a:ext cx="3778169" cy="382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11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C52B30-CC90-C5A6-C9B1-F721D8EB6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670" y="2311964"/>
            <a:ext cx="7168659" cy="435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18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3115733"/>
            <a:ext cx="11266820" cy="3488267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Java: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iturburu-kodea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karpeta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Paketearen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izenaren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gordetzen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karpetetan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jardueraren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kodearekin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ApplicationTest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JUnit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testatze-kodea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txertatzeko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pentsatutako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Java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405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E4B93E-14F8-29E5-ED15-E19A6D23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19" y="2375935"/>
            <a:ext cx="4031158" cy="43908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000B1F-0B99-A87A-2515-00D6838B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292" y="2375935"/>
            <a:ext cx="3737582" cy="439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6065"/>
            <a:ext cx="11266820" cy="4284135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Drawable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gordetzen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irudi-fitxategiak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jpg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png)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irudi-deskribatzaileak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atzizki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Mipmap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drawableak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sistemek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eskalatu</a:t>
            </a: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erabiltzaile-interfazea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Web-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orrialdeak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 fontAlgn="base"/>
            <a:endParaRPr lang="es-ES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74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5137B5-6EB4-C461-EC35-6F17DA41D9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972"/>
          <a:stretch/>
        </p:blipFill>
        <p:spPr>
          <a:xfrm>
            <a:off x="2098854" y="2513208"/>
            <a:ext cx="2752546" cy="37351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DFB3BF-0E3A-BCDA-65EA-7828A0FC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567" y="2017108"/>
            <a:ext cx="2556633" cy="472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00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6065"/>
            <a:ext cx="11266820" cy="3488267"/>
          </a:xfrm>
        </p:spPr>
        <p:txBody>
          <a:bodyPr>
            <a:normAutofit fontScale="77500" lnSpcReduction="20000"/>
          </a:bodyPr>
          <a:lstStyle/>
          <a:p>
            <a:pPr algn="just" fontAlgn="base"/>
            <a:r>
              <a:rPr lang="es-ES" sz="3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3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enu: 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menuekin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3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es-ES" sz="3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erabilitako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horietatik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iturburu-kodera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barik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 fontAlgn="base"/>
            <a:r>
              <a:rPr lang="es-ES" sz="31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colors.xml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 fontAlgn="base"/>
            <a:r>
              <a:rPr lang="es-ES" sz="31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string.xml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karaktere-kate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 fontAlgn="base"/>
            <a:r>
              <a:rPr lang="es-ES" sz="31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themes.xml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estiloak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alternatiboak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sortuz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oso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hizkuntza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3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3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820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21731D-C6C7-CA44-5CC8-48CFDC356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95" y="2351335"/>
            <a:ext cx="2808055" cy="43923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C58A334-3FB1-E5C4-09EB-616B54A78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51" y="2351335"/>
            <a:ext cx="3585336" cy="434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38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3103029"/>
            <a:ext cx="11266820" cy="3064935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Gradle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Scripts: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gordetzen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alderdi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targetSdkVersion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gutxieneko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minSdkVersion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 algn="just" fontAlgn="base">
              <a:buNone/>
            </a:pPr>
            <a:br>
              <a:rPr lang="es-ES" sz="32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30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430B99-9B1C-6D7D-0A4D-733001AEB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14" y="2614776"/>
            <a:ext cx="3825572" cy="35588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7A10D6-44A2-5C8E-45C5-14F17992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990" y="2360746"/>
            <a:ext cx="2293819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6065"/>
            <a:ext cx="11266820" cy="3488267"/>
          </a:xfrm>
        </p:spPr>
        <p:txBody>
          <a:bodyPr>
            <a:normAutofit fontScale="47500" lnSpcReduction="20000"/>
          </a:bodyPr>
          <a:lstStyle/>
          <a:p>
            <a:pPr marL="0" indent="0" algn="just" fontAlgn="base">
              <a:buNone/>
            </a:pP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Laburbilduz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proiektuaren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honako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aurkituko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nagusia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erabiltzaileari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erakutsiko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Ikusmenaren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definizioa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-aren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egotea</a:t>
            </a:r>
            <a:endParaRPr lang="es-ES" sz="5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Baliabideen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karpeta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5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drawable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irudi-fitxategiak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irudi-deskribatzaileak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(.png, .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jpg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mipmap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drawable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eskalatu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vl="1" algn="just" fontAlgn="base"/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pantailak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diseinatzeko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du.</a:t>
            </a: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01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6065"/>
            <a:ext cx="11266820" cy="3488267"/>
          </a:xfrm>
        </p:spPr>
        <p:txBody>
          <a:bodyPr>
            <a:normAutofit/>
          </a:bodyPr>
          <a:lstStyle/>
          <a:p>
            <a:pPr lvl="1"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kate-balioak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lvl="1"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XML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anim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animazio-deskribatzaileak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batzuk.</a:t>
            </a:r>
          </a:p>
          <a:p>
            <a:pPr lvl="1"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raw: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formatuan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fetxero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gehigarriak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proiektuari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dokumentazioa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537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954865"/>
            <a:ext cx="11266820" cy="3488267"/>
          </a:xfrm>
        </p:spPr>
        <p:txBody>
          <a:bodyPr>
            <a:normAutofit fontScale="47500" lnSpcReduction="20000"/>
          </a:bodyPr>
          <a:lstStyle/>
          <a:p>
            <a:pPr marL="0" indent="0" algn="just" fontAlgn="base">
              <a:buNone/>
            </a:pPr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Balioen</a:t>
            </a:r>
            <a:r>
              <a:rPr lang="es-ES" sz="51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definizioa</a:t>
            </a:r>
            <a:endParaRPr lang="es-ES" sz="5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magnitude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baliabidea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algn="just" fontAlgn="base"/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Zenbait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testu-kate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estilo,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dimentsio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abarretan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endParaRPr lang="es-ES" sz="5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bereizteko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du</a:t>
            </a:r>
          </a:p>
          <a:p>
            <a:pPr algn="just" fontAlgn="base"/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konfiguratzea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51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errazten</a:t>
            </a:r>
            <a:r>
              <a:rPr lang="es-ES" sz="5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</a:t>
            </a:r>
          </a:p>
          <a:p>
            <a:pPr marL="0" indent="0" algn="just" fontAlgn="base">
              <a:buNone/>
            </a:pPr>
            <a:endParaRPr lang="es-ES" sz="5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br>
              <a:rPr lang="es-ES" sz="5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51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56B470-1043-5B89-3C68-7CB0C256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Proiektu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estruktura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AF8F46-627F-C032-B2DC-FD9FC30FF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57" y="2241462"/>
            <a:ext cx="2103531" cy="12929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FAB29E4-D1DD-5B42-3250-6AB72DA7F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82" y="4066429"/>
            <a:ext cx="5906012" cy="25605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AC69A2-FA15-55BE-9876-8678EE489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84" y="2887913"/>
            <a:ext cx="5913632" cy="15393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6591170-A0F2-CD1A-6CE6-169881288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988" y="4853449"/>
            <a:ext cx="7094835" cy="1562235"/>
          </a:xfrm>
          <a:prstGeom prst="rect">
            <a:avLst/>
          </a:prstGeom>
        </p:spPr>
      </p:pic>
      <p:sp>
        <p:nvSpPr>
          <p:cNvPr id="14" name="Flecha: curvada hacia abajo 13">
            <a:extLst>
              <a:ext uri="{FF2B5EF4-FFF2-40B4-BE49-F238E27FC236}">
                <a16:creationId xmlns:a16="http://schemas.microsoft.com/office/drawing/2014/main" id="{7DE36EF2-ECAC-DBDC-C34D-4A9B8F41E87B}"/>
              </a:ext>
            </a:extLst>
          </p:cNvPr>
          <p:cNvSpPr/>
          <p:nvPr/>
        </p:nvSpPr>
        <p:spPr>
          <a:xfrm>
            <a:off x="3340288" y="2374900"/>
            <a:ext cx="1589596" cy="70696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438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730501"/>
            <a:ext cx="11266820" cy="2717799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it-IT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 funtzio nagusia erabiltzaile-interfazea sortzea 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erabiltzaile-interfazea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75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749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Bistak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erabiltzaile-interfazea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Java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ohikoena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ikuspegi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taldekatuen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forma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linealeko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antolatzeko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koadrikulatan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absolutua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29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8829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interakziorik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Unix-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deabru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Windows-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lokalak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urruneko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(separados)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029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9464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Asmoa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Intent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telefono-dei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broadcast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iragarki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bidali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zerbitzu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komunikatu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Bidalitako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trukatzeko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29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4130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Fragment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etorrerak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handiagoak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jasan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mugikor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tableta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aproposa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Diseinatzaileari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laguntzeko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Android-en 3.0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bertsioan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Fragment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loturak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erabiltzaile-interfazearen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Fragmentak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fragment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konbina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tamainaren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72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0F4990-9CB5-7BB1-04CE-2F242F26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84" y="2287663"/>
            <a:ext cx="7819232" cy="457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08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7305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Iragarkien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(Broadcast receiver)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Iragarkien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hargailu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broadcast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iragarkien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jaso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erreakzionatzen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Broadcast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iragarkiak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iragarki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baxua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broadcast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iragarki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merkaturatu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Iragarkien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erabiltzaile-interfazerik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jarduera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has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748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7305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Eduki-hornitzaileak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(Content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Android terminal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instalatutako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partekatu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Android-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mekanismo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estandar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partekatu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fitxategi-sistemaren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segurtasuna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arriskuan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Mekanismo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sartu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kontaktu-zerrendara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ematera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aplikazio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962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35201"/>
            <a:ext cx="11266820" cy="43307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bereziki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setContent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highlight>
                <a:srgbClr val="E6F4FF"/>
              </a:highlight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D9817E5-15BE-99B2-AD12-29C214D85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576" y="3123914"/>
            <a:ext cx="6846847" cy="355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09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app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sarrera-puntua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erabiltzaile-interfazea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konpiladorea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espezifikoa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SetContent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onCreate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konposizioa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@Composable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oharpenarekin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setContent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konposizioa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dakieke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konpiladoreari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Jetpack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IU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429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Greeting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Greeting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konposagarritasunarekin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@Composable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Konposagarritasun-funtzio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2C8213-43CE-9304-0C57-F87101DF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84" y="4030906"/>
            <a:ext cx="7212491" cy="24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30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Oraingoz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Greeting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zuzendutako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agurra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Greeting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erakutsi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aurkezteko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zuzenean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eguneratuko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botoia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169258-7EC4-D4FC-4061-24A256B5E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78" y="4187479"/>
            <a:ext cx="7170103" cy="23022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998A6FC-9F02-0AD8-DBBB-38DCA256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883" y="3699361"/>
            <a:ext cx="381033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24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aurkezten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ziurrenik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aurkezpena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pertsonalizatuko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DefaultPreview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@Preveiw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@Preview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showBackground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ShowBackground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egiazkotzat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atzealdea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app-aren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aurrebistari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176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Studiok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lehenetsian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editorearentzat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showBackground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showBackground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desberdintasuna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atzealde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zuriari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egiazkotzat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C5CCF4-86E9-20B5-036E-E6FA3174D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77" y="3983519"/>
            <a:ext cx="4782246" cy="26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87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DefaultPreview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app-a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aurkezpen-txartel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pertsonalizatua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7B865E-B149-2190-FD67-9ED25168A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20" y="3696899"/>
            <a:ext cx="11335491" cy="18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69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Aurkezpenerako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atzealdeko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surface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Surface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sekzio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edukiontzi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itxura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hondoko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Surface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testu-lerroa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nabarmentzen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(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Alt+Enter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Windows-en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Option+Enter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Mac-en)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Surround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widget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794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453C08-8E2E-960C-F4C0-0785A0572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37" y="2614344"/>
            <a:ext cx="4553585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87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Box()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Surface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edukiontziak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koloretako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gisa.Ondorengo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D41A58-A2DE-1E0B-53EB-997501C15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56" y="3215555"/>
            <a:ext cx="8089147" cy="31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912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azpimarratuta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goialderaino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inportazioak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import-ak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8CA919-00A9-11E5-ED3C-A52B7D94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10" y="4225272"/>
            <a:ext cx="6355380" cy="6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775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235200"/>
            <a:ext cx="11266820" cy="4419601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gainazalerako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DF6C01-BBF4-9CC1-A050-52AE82D6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70" y="2776445"/>
            <a:ext cx="7900060" cy="387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77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256A14-E91B-6E38-3378-F391124C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01" y="3282852"/>
            <a:ext cx="8504657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148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0" y="2336801"/>
            <a:ext cx="11266820" cy="43180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atzealdeko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pixka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Modifier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konposizioa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apaintzeko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aldatzailea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Modifier.padding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gehitzeaz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beharrezkoak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inportazio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atalari.Eta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tamainako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aldatzaile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3608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Mainactivity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aztertzen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719E97-E9E9-7B0F-2694-4BB0D95D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5" y="3167290"/>
            <a:ext cx="11513310" cy="233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32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5233</TotalTime>
  <Words>1923</Words>
  <Application>Microsoft Office PowerPoint</Application>
  <PresentationFormat>Panorámica</PresentationFormat>
  <Paragraphs>167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9" baseType="lpstr">
      <vt:lpstr>Algerian</vt:lpstr>
      <vt:lpstr>Arial</vt:lpstr>
      <vt:lpstr>Century Gothic</vt:lpstr>
      <vt:lpstr>Corbel</vt:lpstr>
      <vt:lpstr>Perpetua</vt:lpstr>
      <vt:lpstr>Verdana</vt:lpstr>
      <vt:lpstr>Wingdings 3</vt:lpstr>
      <vt:lpstr>Sala de reuniones Ion</vt:lpstr>
      <vt:lpstr>Android studio</vt:lpstr>
      <vt:lpstr> helburuak</vt:lpstr>
      <vt:lpstr> instalazioa</vt:lpstr>
      <vt:lpstr> instalazioa</vt:lpstr>
      <vt:lpstr> instalazioa</vt:lpstr>
      <vt:lpstr> instalazioa</vt:lpstr>
      <vt:lpstr> instalazioa</vt:lpstr>
      <vt:lpstr> proiektu berria sortu</vt:lpstr>
      <vt:lpstr> proiektu berria sortu</vt:lpstr>
      <vt:lpstr> proiektu berria sortu</vt:lpstr>
      <vt:lpstr> proiektu berria sortu</vt:lpstr>
      <vt:lpstr> proiektu berria sortu</vt:lpstr>
      <vt:lpstr>Proiektu baten estruktura</vt:lpstr>
      <vt:lpstr>Proiektu baten estruktura</vt:lpstr>
      <vt:lpstr> Proiektu baten estruktura</vt:lpstr>
      <vt:lpstr> Proiektu baten estruktura</vt:lpstr>
      <vt:lpstr>Proiektu baten estruktura</vt:lpstr>
      <vt:lpstr> Proiektu baten estruktura</vt:lpstr>
      <vt:lpstr>Proiektu baten estruktura</vt:lpstr>
      <vt:lpstr> Proiektu baten estruktura</vt:lpstr>
      <vt:lpstr>Proiektu baten estruktura</vt:lpstr>
      <vt:lpstr> Proiektu baten estruktura</vt:lpstr>
      <vt:lpstr>Proiektu baten estruktura</vt:lpstr>
      <vt:lpstr> Proiektu baten estruktura</vt:lpstr>
      <vt:lpstr>Proiektu baten estruktura</vt:lpstr>
      <vt:lpstr>Proiektu baten estruktura</vt:lpstr>
      <vt:lpstr>Proiektu baten estruktura</vt:lpstr>
      <vt:lpstr> Proiektu baten estruktura</vt:lpstr>
      <vt:lpstr>aplikazio baten osagaiak</vt:lpstr>
      <vt:lpstr>aplikazio baten osagaiak</vt:lpstr>
      <vt:lpstr>aplikazio baten osagaiak</vt:lpstr>
      <vt:lpstr>aplikazio baten osagaiak</vt:lpstr>
      <vt:lpstr>aplikazio baten osagaiak</vt:lpstr>
      <vt:lpstr>aplikazio baten osagaiak</vt:lpstr>
      <vt:lpstr>aplikazio baten osagaiak</vt:lpstr>
      <vt:lpstr>aplikazio baten osagaiak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  <vt:lpstr>Mainactivity aztertzen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10</cp:revision>
  <dcterms:created xsi:type="dcterms:W3CDTF">2024-08-04T10:10:26Z</dcterms:created>
  <dcterms:modified xsi:type="dcterms:W3CDTF">2024-09-08T11:28:47Z</dcterms:modified>
</cp:coreProperties>
</file>