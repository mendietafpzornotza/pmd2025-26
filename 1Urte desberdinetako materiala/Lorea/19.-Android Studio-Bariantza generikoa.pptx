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Bariantza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generikoa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10680</TotalTime>
  <Words>81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34</cp:revision>
  <dcterms:created xsi:type="dcterms:W3CDTF">2024-08-04T10:10:26Z</dcterms:created>
  <dcterms:modified xsi:type="dcterms:W3CDTF">2024-11-07T12:45:50Z</dcterms:modified>
</cp:coreProperties>
</file>