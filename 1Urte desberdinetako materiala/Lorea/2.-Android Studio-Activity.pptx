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325" r:id="rId5"/>
    <p:sldId id="327" r:id="rId6"/>
    <p:sldId id="326" r:id="rId7"/>
    <p:sldId id="328" r:id="rId8"/>
    <p:sldId id="330" r:id="rId9"/>
    <p:sldId id="329" r:id="rId10"/>
    <p:sldId id="333" r:id="rId11"/>
    <p:sldId id="334" r:id="rId12"/>
    <p:sldId id="335" r:id="rId13"/>
    <p:sldId id="336" r:id="rId14"/>
    <p:sldId id="337" r:id="rId15"/>
    <p:sldId id="339" r:id="rId16"/>
    <p:sldId id="338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9" r:id="rId25"/>
    <p:sldId id="348" r:id="rId26"/>
    <p:sldId id="351" r:id="rId27"/>
    <p:sldId id="352" r:id="rId28"/>
    <p:sldId id="353" r:id="rId29"/>
    <p:sldId id="354" r:id="rId30"/>
    <p:sldId id="355" r:id="rId31"/>
    <p:sldId id="356" r:id="rId32"/>
    <p:sldId id="35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90713"/>
            <a:ext cx="8825659" cy="4392891"/>
          </a:xfrm>
        </p:spPr>
        <p:txBody>
          <a:bodyPr>
            <a:normAutofit fontScale="47500" lnSpcReduction="20000"/>
          </a:bodyPr>
          <a:lstStyle/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Perpetua" panose="02020502060401020303" pitchFamily="18" charset="0"/>
            </a:endParaRPr>
          </a:p>
          <a:p>
            <a:pPr marL="0" indent="0">
              <a:buNone/>
            </a:pP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bat?</a:t>
            </a:r>
          </a:p>
          <a:p>
            <a:pPr marL="0" indent="0">
              <a:buNone/>
            </a:pP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bat?</a:t>
            </a:r>
          </a:p>
          <a:p>
            <a:pPr marL="0" indent="0">
              <a:buNone/>
            </a:pP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zatiak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Android-en</a:t>
            </a:r>
          </a:p>
          <a:p>
            <a:pPr marL="0" indent="0">
              <a:buNone/>
            </a:pP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Android-en?</a:t>
            </a:r>
          </a:p>
          <a:p>
            <a:pPr marL="0" indent="0">
              <a:buNone/>
            </a:pP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Android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manifest</a:t>
            </a:r>
            <a:endParaRPr lang="es-ES" sz="4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Programazio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Programazioa</a:t>
            </a:r>
            <a:endParaRPr lang="es-ES" sz="4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Main_Activity</a:t>
            </a:r>
            <a:endParaRPr lang="es-ES" sz="4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bizi-zikloa</a:t>
            </a:r>
            <a:br>
              <a:rPr lang="es-E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76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MainActivity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sukaldekoa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barazkiak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moztea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irakitea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frijitzea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da.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Activity-ek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logikoa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ikusizkoa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layout-ak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logikoan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interakzio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erantzuna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jarraituz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imajina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frijitzeko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botoia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iristeko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han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da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bat?</a:t>
            </a:r>
          </a:p>
        </p:txBody>
      </p:sp>
    </p:spTree>
    <p:extLst>
      <p:ext uri="{BB962C8B-B14F-4D97-AF65-F5344CB8AC3E}">
        <p14:creationId xmlns:p14="http://schemas.microsoft.com/office/powerpoint/2010/main" val="171362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86526"/>
            <a:ext cx="11266820" cy="4071929"/>
          </a:xfrm>
        </p:spPr>
        <p:txBody>
          <a:bodyPr>
            <a:noAutofit/>
          </a:bodyPr>
          <a:lstStyle/>
          <a:p>
            <a:pPr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funtsean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AppCompatActivity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zabaltzen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(.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komunikatzeko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ardura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da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bat?</a:t>
            </a:r>
          </a:p>
        </p:txBody>
      </p:sp>
    </p:spTree>
    <p:extLst>
      <p:ext uri="{BB962C8B-B14F-4D97-AF65-F5344CB8AC3E}">
        <p14:creationId xmlns:p14="http://schemas.microsoft.com/office/powerpoint/2010/main" val="2529906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da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AD922E3-EF32-F2DB-7CF4-8B16F5C02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79" y="2537723"/>
            <a:ext cx="11103302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1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86526"/>
            <a:ext cx="11266820" cy="4071929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bigarren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interfazea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botoiak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oso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sinpleak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eramanez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osa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da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layout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bat?</a:t>
            </a:r>
          </a:p>
        </p:txBody>
      </p:sp>
    </p:spTree>
    <p:extLst>
      <p:ext uri="{BB962C8B-B14F-4D97-AF65-F5344CB8AC3E}">
        <p14:creationId xmlns:p14="http://schemas.microsoft.com/office/powerpoint/2010/main" val="347159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da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layout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FBC603-ECAF-42FB-860C-FFF918289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608" y="2318267"/>
            <a:ext cx="9015643" cy="445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51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96446"/>
            <a:ext cx="11266820" cy="4362010"/>
          </a:xfrm>
        </p:spPr>
        <p:txBody>
          <a:bodyPr>
            <a:noAutofit/>
          </a:bodyPr>
          <a:lstStyle/>
          <a:p>
            <a:pPr algn="l" fontAlgn="base"/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proiektua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zitzaigun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MainActivity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bat.</a:t>
            </a:r>
          </a:p>
          <a:p>
            <a:pPr marL="0" indent="0">
              <a:buNone/>
            </a:pPr>
            <a:br>
              <a:rPr lang="es-ES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zatiak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Android-en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E012B5-07D6-1E53-B197-864F9CFFE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9" y="3754501"/>
            <a:ext cx="5452413" cy="182616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57B794C-D8F5-D93A-99A9-4E4252FB98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56" t="22757" r="8277" b="12644"/>
          <a:stretch/>
        </p:blipFill>
        <p:spPr>
          <a:xfrm>
            <a:off x="5569023" y="3954367"/>
            <a:ext cx="3332283" cy="260408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195F5D3-2F4F-1CEC-8F4B-7F9E3D5BB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697" y="3457036"/>
            <a:ext cx="3222303" cy="267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42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09568"/>
            <a:ext cx="11266820" cy="4248888"/>
          </a:xfrm>
        </p:spPr>
        <p:txBody>
          <a:bodyPr>
            <a:noAutofit/>
          </a:bodyPr>
          <a:lstStyle/>
          <a:p>
            <a:pPr algn="l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MainActivity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&lt;/&gt;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klikatu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fitxategietara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 fontAlgn="base">
              <a:buNone/>
            </a:pPr>
            <a:br>
              <a:rPr lang="es-ES" dirty="0"/>
            </a:br>
            <a:br>
              <a:rPr lang="es-ES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zatiak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Android-en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2FA51B6-6C78-9C1A-9369-6386C342C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952" y="3101594"/>
            <a:ext cx="5048955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915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96446"/>
            <a:ext cx="11266820" cy="4362010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Irudi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oraingoz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textview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batzuk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eraman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ditzazkegunak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botoiak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haiekin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da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Android-en?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8F0D28D-C915-F81C-850F-CA07430B8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995" y="4017478"/>
            <a:ext cx="3694009" cy="262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82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611224"/>
            <a:ext cx="11266820" cy="3947231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Manifest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konfigurazioa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icon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ikonoa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defektuz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ezean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itxura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Android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manifest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484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611224"/>
            <a:ext cx="11266820" cy="3947231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proiektuan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fontAlgn="base"/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proiektuan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Nagusia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beharko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abiarazteko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botoiari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ematean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baita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Android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manifest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905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Android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manifest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048E545-BF69-39E3-ACDA-107672D9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393" y="2344434"/>
            <a:ext cx="5253214" cy="442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27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611224"/>
            <a:ext cx="11266820" cy="3947231"/>
          </a:xfrm>
        </p:spPr>
        <p:txBody>
          <a:bodyPr>
            <a:noAutofit/>
          </a:bodyPr>
          <a:lstStyle/>
          <a:p>
            <a:pPr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irudikapena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da.</a:t>
            </a:r>
          </a:p>
          <a:p>
            <a:pPr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gauza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kode-zatiak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gorde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haiekin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kopuru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mugagabea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sor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espezifikoa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beraz,objektuek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Programazio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002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66128"/>
            <a:ext cx="11266820" cy="419232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pertsona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atributo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genitzake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20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pertsona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Tom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15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pertsona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pertsonak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pertsona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pertsona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eragiketek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Programazio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0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Programazio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CE2211-5806-6992-B31A-9221F6ACC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758" y="3024186"/>
            <a:ext cx="4804484" cy="265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93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66128"/>
            <a:ext cx="11266820" cy="4192327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gordetzen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o1 eta o2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batean, o1.name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berreskuratzeko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eragiketa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gordetzeko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 fontAlgn="base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horren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deituz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exekutatu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ditzakegun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kode-multzoak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gauza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konplexuagoak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 gorde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ditzakegu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tokitatik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diezaiokegu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Programazia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748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66128"/>
            <a:ext cx="11266820" cy="4192327"/>
          </a:xfrm>
        </p:spPr>
        <p:txBody>
          <a:bodyPr>
            <a:noAutofit/>
          </a:bodyPr>
          <a:lstStyle/>
          <a:p>
            <a:pPr algn="just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Main_Activity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hedatzen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</a:t>
            </a:r>
            <a:r>
              <a:rPr lang="es-ES" sz="2400" b="0" i="0" u="none" strike="noStrike" baseline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400" b="0" i="0" u="none" strike="noStrike" baseline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AppCompatActivity</a:t>
            </a:r>
            <a:r>
              <a:rPr lang="es-ES" sz="2400" b="0" i="0" u="none" strike="noStrike" baseline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es-ES" sz="2400" b="0" i="0" u="none" strike="noStrike" baseline="0" dirty="0" err="1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laseek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buruz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ezagutza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alde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guraso-klasearen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errepikatu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hedatu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objektuetara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bideratutako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programazioan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oso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gertatuko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zerbait izango da.</a:t>
            </a:r>
          </a:p>
          <a:p>
            <a:pPr algn="just" fontAlgn="base"/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Bestalde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erreserbatua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askatasunez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egon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inorenak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Programazia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746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66128"/>
            <a:ext cx="11266820" cy="4192327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zabaltzen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aita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override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erreserbatua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aita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berridatziko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Main_activity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3706790-BD57-2F8B-58A2-349DDFE2C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632" y="4081025"/>
            <a:ext cx="7757832" cy="2598645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A1D3D3DD-2D8C-4FA7-160C-BEA685F5FC4B}"/>
              </a:ext>
            </a:extLst>
          </p:cNvPr>
          <p:cNvSpPr/>
          <p:nvPr/>
        </p:nvSpPr>
        <p:spPr>
          <a:xfrm>
            <a:off x="2771480" y="4213781"/>
            <a:ext cx="989815" cy="480767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6673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66128"/>
            <a:ext cx="11266820" cy="41923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i="0" u="none" strike="noStrike" baseline="0" dirty="0" err="1">
                <a:solidFill>
                  <a:srgbClr val="2A3990"/>
                </a:solidFill>
                <a:latin typeface="Arial" panose="020B0604020202020204" pitchFamily="34" charset="0"/>
              </a:rPr>
              <a:t>setContentView</a:t>
            </a:r>
            <a:r>
              <a:rPr lang="en-US" sz="2400" b="1" i="0" u="none" strike="noStrike" baseline="0" dirty="0">
                <a:solidFill>
                  <a:srgbClr val="2A3990"/>
                </a:solidFill>
                <a:latin typeface="Arial" panose="020B0604020202020204" pitchFamily="34" charset="0"/>
              </a:rPr>
              <a:t>(</a:t>
            </a:r>
            <a:r>
              <a:rPr lang="en-US" sz="2400" b="1" i="0" u="none" strike="noStrike" baseline="0" dirty="0" err="1">
                <a:solidFill>
                  <a:srgbClr val="2A3990"/>
                </a:solidFill>
                <a:latin typeface="Arial" panose="020B0604020202020204" pitchFamily="34" charset="0"/>
              </a:rPr>
              <a:t>R.layout.activity_main</a:t>
            </a:r>
            <a:r>
              <a:rPr lang="en-US" sz="2400" b="1" i="0" u="none" strike="noStrike" baseline="0" dirty="0">
                <a:solidFill>
                  <a:srgbClr val="2A3990"/>
                </a:solidFill>
                <a:latin typeface="Arial" panose="020B0604020202020204" pitchFamily="34" charset="0"/>
              </a:rPr>
              <a:t>)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puztea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testu-fitxategi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dagozkien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serie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bihurtzea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sartu ahal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berreskuratzeko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gauza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findViewById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identifikatutik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 Android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da, Android-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baliabideen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karpetaren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azpian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baliabide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072414B-8D77-73AF-1A67-D34CB5F0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Main_activity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85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E5B91F7-7215-E822-274E-027D92C85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533" y="3084216"/>
            <a:ext cx="7609794" cy="2790171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Main_activity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EE29D42-3254-3C9B-C7EB-2A0F9E0D1543}"/>
              </a:ext>
            </a:extLst>
          </p:cNvPr>
          <p:cNvSpPr/>
          <p:nvPr/>
        </p:nvSpPr>
        <p:spPr>
          <a:xfrm>
            <a:off x="4941216" y="4886970"/>
            <a:ext cx="4779391" cy="580576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1D3D3DD-2D8C-4FA7-160C-BEA685F5FC4B}"/>
              </a:ext>
            </a:extLst>
          </p:cNvPr>
          <p:cNvSpPr/>
          <p:nvPr/>
        </p:nvSpPr>
        <p:spPr>
          <a:xfrm>
            <a:off x="2736915" y="4380321"/>
            <a:ext cx="4779391" cy="480767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489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bizi-zikloa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A8CA72-A54D-693C-DD9E-1D726BA268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90" r="6851"/>
          <a:stretch/>
        </p:blipFill>
        <p:spPr>
          <a:xfrm>
            <a:off x="4133655" y="2245564"/>
            <a:ext cx="3921550" cy="461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99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66128"/>
            <a:ext cx="11266820" cy="419232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bizi-zikloak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une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activity-ak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ikusgarritasunarekin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datozen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urrats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batzuk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agerian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partzialki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bigarren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memoria-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baliabideak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suntsitzen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puntutatik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igaroko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laguntzaileak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jarduerak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guztia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Oro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hortxe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hasieraketa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A475D6-9024-5D1E-E275-34E43F8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bizi-zikloa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050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66128"/>
            <a:ext cx="11266820" cy="4192327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onDestroy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suntsitu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eta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baliabideak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askatu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Z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erbait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desegin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suntsitu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burutzen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Garrantzitsua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suntsitzea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zerbitzu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batzuetara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konektatuta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bagaude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gailuaren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kokapena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gauzak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entzuten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baditugu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pisutsuagoak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suntsitzen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bizirik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irautea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onStart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nahitaez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Geltoki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bagatoz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onRestart-etik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igaroko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A475D6-9024-5D1E-E275-34E43F8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bizi-zikloa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311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66128"/>
            <a:ext cx="11266820" cy="4192327"/>
          </a:xfrm>
        </p:spPr>
        <p:txBody>
          <a:bodyPr>
            <a:noAutofit/>
          </a:bodyPr>
          <a:lstStyle/>
          <a:p>
            <a:pPr algn="l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onRestart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onStart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()-en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onStop</a:t>
            </a:r>
            <a:r>
              <a:rPr lang="es-E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()-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egindako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abiatzen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onResume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interakzioari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erantzuten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algn="l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onPause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interakzioari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erantzuteari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dio.</a:t>
            </a:r>
          </a:p>
          <a:p>
            <a:pPr algn="l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onStop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bigarren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mailara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pasa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A475D6-9024-5D1E-E275-34E43F8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bizi-zikloa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558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66128"/>
            <a:ext cx="11266820" cy="4192327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inplementatu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aktibatzen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inplementazioak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hasiera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funtsezko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osagaiei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app-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zerrendetara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lituzke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ere, une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setContentView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erabiltzaile-interfazearen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diseinua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amaitzen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onStart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().</a:t>
            </a:r>
          </a:p>
          <a:p>
            <a:pPr marL="0" indent="0" algn="just" fontAlgn="base">
              <a:buNone/>
            </a:pP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A475D6-9024-5D1E-E275-34E43F8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bizi-zikloa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825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66128"/>
            <a:ext cx="11266820" cy="4192327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onStart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ixten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hasita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erabiltzailearentzat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bihurtzen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prestaketak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planora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interaktibo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bihurtzeko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 fontAlgn="base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onResume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elkarreragiten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jarduera-pilako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harrapatzen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App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funtzionalitate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nagusiaren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handiena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onResume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inplementatzen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onPause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onResume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A475D6-9024-5D1E-E275-34E43F8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bizi-zikloa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72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39885"/>
            <a:ext cx="11266820" cy="4807669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onPause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onPause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fokua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Geldi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Atzera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botoia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onPause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oraindik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partzialki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ateratzen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laster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Geldi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Berrabiatua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igaroko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du.Geldi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IU(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Interfazea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gertatzea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espero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nabigazio-maparen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multimedia-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erreprodukzioa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fokua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espero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A475D6-9024-5D1E-E275-34E43F8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bizi-zikloa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973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75556"/>
            <a:ext cx="11266820" cy="389327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onPause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erabiltzailearen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gordetzeko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datu-baseen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transakzioak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onPause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exekuzioa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dei-itzulketa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onStop</a:t>
            </a:r>
            <a:r>
              <a:rPr lang="es-E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onResume</a:t>
            </a:r>
            <a:r>
              <a:rPr lang="es-E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izango da,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geldi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egoera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A475D6-9024-5D1E-E275-34E43F8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bizi-zikloa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973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39885"/>
            <a:ext cx="11266820" cy="4807669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onStop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onStop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jada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erabiltzailearentzat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ezabatzen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lehendik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Berrekitua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gelditu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gelditutako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jada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agerian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onRestart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elkarreragiten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onDestroy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amaitzen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A475D6-9024-5D1E-E275-34E43F8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bizi-zikloa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338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39885"/>
            <a:ext cx="11266820" cy="4807669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onRestart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Geldi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onRestart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berrezartzen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gelditu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onStart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().</a:t>
            </a:r>
            <a:endParaRPr lang="es-ES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onDestroy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ezabatu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jasotzen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OnDestroy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baliabide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ezabatzen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prozesua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ezabatzen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bermatzeko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inplementatzen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A475D6-9024-5D1E-E275-34E43F8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bizi-zikloa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2509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66128"/>
            <a:ext cx="11266820" cy="4192327"/>
          </a:xfrm>
        </p:spPr>
        <p:txBody>
          <a:bodyPr>
            <a:noAutofit/>
          </a:bodyPr>
          <a:lstStyle/>
          <a:p>
            <a:pPr algn="l"/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egoeretatik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igarotzen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ikusteko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A475D6-9024-5D1E-E275-34E43F8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bizi-zikloa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5E2FC3-3048-B36D-4D67-FF42DD5C4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711" y="3127343"/>
            <a:ext cx="6280577" cy="330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825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5698</TotalTime>
  <Words>1722</Words>
  <Application>Microsoft Office PowerPoint</Application>
  <PresentationFormat>Panorámica</PresentationFormat>
  <Paragraphs>129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0" baseType="lpstr">
      <vt:lpstr>Algerian</vt:lpstr>
      <vt:lpstr>Arial</vt:lpstr>
      <vt:lpstr>Century Gothic</vt:lpstr>
      <vt:lpstr>Corbel</vt:lpstr>
      <vt:lpstr>Perpetua</vt:lpstr>
      <vt:lpstr>Verdana</vt:lpstr>
      <vt:lpstr>Wingdings 3</vt:lpstr>
      <vt:lpstr>Sala de reuniones Ion</vt:lpstr>
      <vt:lpstr>Android studio</vt:lpstr>
      <vt:lpstr> helburuak</vt:lpstr>
      <vt:lpstr> Zer da Activity bat?</vt:lpstr>
      <vt:lpstr> Zer da Activity bat?</vt:lpstr>
      <vt:lpstr> Zer da Activity bat?</vt:lpstr>
      <vt:lpstr> Zer da layout bat?</vt:lpstr>
      <vt:lpstr> Zer da layout bat?</vt:lpstr>
      <vt:lpstr> Activity baten zatiak Android-en</vt:lpstr>
      <vt:lpstr> Activity baten zatiak Android-en</vt:lpstr>
      <vt:lpstr> zer da Activity bat Android-en?</vt:lpstr>
      <vt:lpstr>Android manifest</vt:lpstr>
      <vt:lpstr>Android manifest</vt:lpstr>
      <vt:lpstr>Android manifest</vt:lpstr>
      <vt:lpstr>Programazio kontzeptuak</vt:lpstr>
      <vt:lpstr>Programazio kontzeptuak</vt:lpstr>
      <vt:lpstr>Programazio kontzeptuak</vt:lpstr>
      <vt:lpstr>Programazia</vt:lpstr>
      <vt:lpstr>Programazia</vt:lpstr>
      <vt:lpstr>Main_activity</vt:lpstr>
      <vt:lpstr>Main_activity</vt:lpstr>
      <vt:lpstr>Main_activity</vt:lpstr>
      <vt:lpstr>Activity baten bizi-zikloa</vt:lpstr>
      <vt:lpstr>Activity baten bizi-zikloa</vt:lpstr>
      <vt:lpstr>Activity baten bizi-zikloa</vt:lpstr>
      <vt:lpstr>Activity baten bizi-zikloa</vt:lpstr>
      <vt:lpstr>Activity baten bizi-zikloa</vt:lpstr>
      <vt:lpstr>Activity baten bizi-zikloa</vt:lpstr>
      <vt:lpstr>Activity baten bizi-zikloa</vt:lpstr>
      <vt:lpstr>Activity baten bizi-zikloa</vt:lpstr>
      <vt:lpstr>Activity baten bizi-zikloa</vt:lpstr>
      <vt:lpstr>Activity baten bizi-zikloa</vt:lpstr>
      <vt:lpstr>Activity baten bizi-zikloa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13</cp:revision>
  <dcterms:created xsi:type="dcterms:W3CDTF">2024-08-04T10:10:26Z</dcterms:created>
  <dcterms:modified xsi:type="dcterms:W3CDTF">2024-09-11T08:56:57Z</dcterms:modified>
</cp:coreProperties>
</file>