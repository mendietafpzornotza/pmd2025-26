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0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3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nuluak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nuluen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segurtasuna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Kotlin-eko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hastapenak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aldea</a:t>
            </a: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NULL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NULL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aldea</a:t>
            </a: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Nola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erlazionatzen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NULL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NULL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Nola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egiaztatzeko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Balore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aztertzeko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adibide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bitartez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Jamesek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kafe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hiriaren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erdigunean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prest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bikaina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partekatzeko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Katilu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kafearen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aipamen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bezeroei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interesa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pertsona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batzuekin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kalifikazioak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partekatu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ahal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programa batean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bitartez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kalifikazioen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jarraipena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du: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Kotlin-eko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FC7D5E7-05CD-83C0-9746-491A98FCE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735" y="5055832"/>
            <a:ext cx="3110301" cy="165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00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gonbidatuek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iritzi-txartelak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Kotlin-eko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317F1C-E2BF-3F84-663A-29738AFE5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463" y="3252390"/>
            <a:ext cx="7605074" cy="285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32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Jamesek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CoffeeReview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batzuk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jasotako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aipamenak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erregistratzeko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Lucy-n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aipamena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erregistratzerakoan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izarrik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0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erabakitzen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Kotlin-eko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5E1FA10-91AB-9C66-1692-547063099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869" y="3272770"/>
            <a:ext cx="7886034" cy="98173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A38A7C7-B517-28A2-93CD-C2B1E6123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869" y="5637518"/>
            <a:ext cx="7886034" cy="56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981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Jada James prest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aipamenak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erakusteko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sinple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du: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Kotlin-eko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674E07-EAC6-EDED-E8F2-D124A9243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6" y="4089340"/>
            <a:ext cx="4519384" cy="170186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9F53905-23D2-FEB1-C473-E4774F961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478" y="4089340"/>
            <a:ext cx="3002469" cy="170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87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Jada James prest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aipamenak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erakusteko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sinple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funtzionatuko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zuela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pentsatu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gonbidatuek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aipamenak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pentsatuko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Lucyri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kafea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gustatu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nonbaitera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joango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".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Kotlin-eko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674E07-EAC6-EDED-E8F2-D124A9243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6" y="3429000"/>
            <a:ext cx="4519384" cy="170186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9F53905-23D2-FEB1-C473-E4774F961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278" y="3429000"/>
            <a:ext cx="3002469" cy="170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186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James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kalifikazioa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kalifikaziorik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dela gauza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Kotlin-eko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6EED12-E577-5464-0896-FD734A7D1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764" y="3491132"/>
            <a:ext cx="4709568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891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86000"/>
            <a:ext cx="11266820" cy="45720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James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kalifikazioa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kalifikaziorik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dela gauza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Norbaitek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kalifikaziorik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Jamesek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kalifikazioa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erakutsi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kalifikaziorik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zuela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Nola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Kotlin-eko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6EED12-E577-5464-0896-FD734A7D1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764" y="2843432"/>
            <a:ext cx="4709568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61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86000"/>
            <a:ext cx="11266820" cy="45720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arte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osoan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era batera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zerbait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edukiontzi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horren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edukiontzi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dauka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5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zenbakiarekin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Oraingo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daudenen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arteko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aldea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643B4E-8DAF-3BAE-81BE-47866A552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378" y="3878490"/>
            <a:ext cx="1707244" cy="235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89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514600"/>
            <a:ext cx="11266820" cy="4343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CoffeeReview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kontainer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stars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Gonbidatuak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kalifikazio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edukiontziak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kalifikatzea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ahazten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edukiontziak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hutsik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egon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hutsik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uzteko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edukiontzi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termino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dagoela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(presente)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falta dela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(ausente)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Oraingo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daudenen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arteko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aldea</a:t>
            </a:r>
          </a:p>
        </p:txBody>
      </p:sp>
    </p:spTree>
    <p:extLst>
      <p:ext uri="{BB962C8B-B14F-4D97-AF65-F5344CB8AC3E}">
        <p14:creationId xmlns:p14="http://schemas.microsoft.com/office/powerpoint/2010/main" val="636147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Oraingo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daudenen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arteko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aldea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A305E76-25E0-9AF0-46AD-DB7EAB96F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302" y="2805322"/>
            <a:ext cx="6325395" cy="327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77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98700"/>
            <a:ext cx="11266820" cy="45593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gako-hitza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hutsik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kuboa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alifikaziorik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aipamen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null-ean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Lucy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CoffeeReview-ena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errore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Kotlin-ek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Horren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egon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hutsik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Oraingo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daudenen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arteko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aldea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7B18BC-D5C6-FA45-377D-D94C4A06E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90" y="4489450"/>
            <a:ext cx="7727819" cy="46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019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98700"/>
            <a:ext cx="11266820" cy="45593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-en,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hainbat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galdera-ikur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amaitzen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774700"/>
            <a:ext cx="9639300" cy="1524000"/>
          </a:xfrm>
        </p:spPr>
        <p:txBody>
          <a:bodyPr/>
          <a:lstStyle/>
          <a:p>
            <a:pPr algn="ctr" fontAlgn="base"/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arteko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aldea</a:t>
            </a:r>
            <a:b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32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B6C6E0-31EE-13DA-AB20-5F8C55E43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05" y="3429000"/>
            <a:ext cx="6096190" cy="285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012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98700"/>
            <a:ext cx="11266820" cy="45593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-en,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hainbat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galdera-ikur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amaitzen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774700"/>
            <a:ext cx="9639300" cy="1524000"/>
          </a:xfrm>
        </p:spPr>
        <p:txBody>
          <a:bodyPr/>
          <a:lstStyle/>
          <a:p>
            <a:pPr algn="ctr" fontAlgn="base"/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arteko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aldea</a:t>
            </a:r>
            <a:b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32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B6C6E0-31EE-13DA-AB20-5F8C55E43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05" y="3429000"/>
            <a:ext cx="6096190" cy="285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62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98700"/>
            <a:ext cx="11266820" cy="4559300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stars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konfigura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oso normal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konfigura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774700"/>
            <a:ext cx="9639300" cy="1524000"/>
          </a:xfrm>
        </p:spPr>
        <p:txBody>
          <a:bodyPr/>
          <a:lstStyle/>
          <a:p>
            <a:pPr algn="ctr" fontAlgn="base"/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arteko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aldea</a:t>
            </a:r>
            <a:b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32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67581A-79A2-E1D7-9D21-1B9F80E33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003" y="2584573"/>
            <a:ext cx="2233991" cy="45168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673AD27-303F-FBC1-3B7E-32268064B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003" y="3322126"/>
            <a:ext cx="2233991" cy="45360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F245EF3-7777-DA68-7E9E-3E3495C80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648" y="4828466"/>
            <a:ext cx="3654704" cy="125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372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98700"/>
            <a:ext cx="11266820" cy="4559300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Nahiz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?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erlazionatuta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egon,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desberdin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izaten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jarraitzen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eta ezin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?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erabiliko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genukeen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lekutan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774700"/>
            <a:ext cx="9639300" cy="1524000"/>
          </a:xfrm>
        </p:spPr>
        <p:txBody>
          <a:bodyPr/>
          <a:lstStyle/>
          <a:p>
            <a:pPr algn="ctr" fontAlgn="base"/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Nola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erlazionatzen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dira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?</a:t>
            </a:r>
            <a:b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32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658F266-7BF6-AEF2-600D-78C781973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938" y="4157933"/>
            <a:ext cx="4976123" cy="192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24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97100"/>
            <a:ext cx="11266820" cy="46609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onartuko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tipo baten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zain</a:t>
            </a:r>
            <a:endParaRPr lang="es-ES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James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sortutako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klaseari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gehituko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Jakina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norbaitek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kafea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eskatu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ordaintzen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Jamesek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gustura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aterako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dio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kafea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774700"/>
            <a:ext cx="9639300" cy="1524000"/>
          </a:xfrm>
        </p:spPr>
        <p:txBody>
          <a:bodyPr/>
          <a:lstStyle/>
          <a:p>
            <a:pPr algn="ctr" fontAlgn="base"/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Nola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erlazionatzen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dira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?</a:t>
            </a:r>
            <a:b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32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E999495-5170-3A4A-FCA5-E2A7F0F135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592"/>
          <a:stretch/>
        </p:blipFill>
        <p:spPr>
          <a:xfrm>
            <a:off x="3548536" y="3255631"/>
            <a:ext cx="5094928" cy="93536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A4F2F4D-33AF-1F35-20D9-0DC600896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705" y="4841724"/>
            <a:ext cx="3138590" cy="189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62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97100"/>
            <a:ext cx="11266820" cy="46609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Payment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orderCoffee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eszenatoki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gonbidatua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ordainketa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imajinatu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norbait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dela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duela: "Kutxa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hutsik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egon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Jamesek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dio: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Hutsik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arazorik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Azken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ongintzazko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erakundea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kafea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 ".</a:t>
            </a: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774700"/>
            <a:ext cx="9639300" cy="1524000"/>
          </a:xfrm>
        </p:spPr>
        <p:txBody>
          <a:bodyPr/>
          <a:lstStyle/>
          <a:p>
            <a:pPr algn="ctr" fontAlgn="base"/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Nola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erlazionatzen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dira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?</a:t>
            </a:r>
            <a:b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32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66DD10E-1B2F-38D5-591A-A4DE173BB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651" y="3118476"/>
            <a:ext cx="4410698" cy="84392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6BD3279-3C85-EEE0-926D-2EB897DF2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5500544"/>
            <a:ext cx="2205349" cy="132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695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97100"/>
            <a:ext cx="11266820" cy="45212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Payment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orderCoffee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gonbidatua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James-i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kutxa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misteriotsu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ematen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balitzaio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Laburbilduz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NULL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Payment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ongintzako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erakunde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da: NULL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Payment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eta NULL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Payment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 Bi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lirateke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774700"/>
            <a:ext cx="9639300" cy="1524000"/>
          </a:xfrm>
        </p:spPr>
        <p:txBody>
          <a:bodyPr/>
          <a:lstStyle/>
          <a:p>
            <a:pPr algn="ctr" fontAlgn="base"/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Nola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erlazionatzen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dira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?</a:t>
            </a:r>
            <a:b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32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4184DC-DB39-FF64-61EF-16504D2C7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57" y="3359141"/>
            <a:ext cx="7630086" cy="72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377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774700"/>
            <a:ext cx="9639300" cy="1524000"/>
          </a:xfrm>
        </p:spPr>
        <p:txBody>
          <a:bodyPr/>
          <a:lstStyle/>
          <a:p>
            <a:pPr algn="ctr" fontAlgn="base"/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Nola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erlazionatzen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dira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?</a:t>
            </a:r>
            <a:b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32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F77F6B6-C8DF-BBD2-950C-4151C0D0B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37" y="2889166"/>
            <a:ext cx="8918525" cy="319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89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97100"/>
            <a:ext cx="11266820" cy="45212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bagenu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774700"/>
            <a:ext cx="9639300" cy="1524000"/>
          </a:xfrm>
        </p:spPr>
        <p:txBody>
          <a:bodyPr/>
          <a:lstStyle/>
          <a:p>
            <a:pPr algn="ctr" fontAlgn="base"/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Nola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erlazionatzen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dira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NULL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?</a:t>
            </a:r>
            <a:b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32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66D246B-DF56-93EA-E123-EA6B45B9F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480" y="2402037"/>
            <a:ext cx="4508620" cy="102696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1A45572-ACD5-24D0-8CD9-A9220CDFB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164" y="3631824"/>
            <a:ext cx="7907671" cy="286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622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97100"/>
            <a:ext cx="11266820" cy="45212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kafetegiko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negozioaren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Bezeroa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hutsik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egon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zitekeen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kutxa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ordaintzen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saiatu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gertatu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zen: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konpontzeko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era bat: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774700"/>
            <a:ext cx="9639300" cy="1219576"/>
          </a:xfrm>
        </p:spPr>
        <p:txBody>
          <a:bodyPr/>
          <a:lstStyle/>
          <a:p>
            <a:pPr algn="ctr" fontAlgn="base"/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Nola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erabili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egiaztatzeko</a:t>
            </a:r>
            <a:b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32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1411A64-334B-691D-8445-DB47B0309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428" y="2735556"/>
            <a:ext cx="4073144" cy="83314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67DA6BA-3A3C-1A8C-DB1E-2ACA28C41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540" y="4283640"/>
            <a:ext cx="4059015" cy="69089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92AFD4B-4FC4-21C5-E94B-9A158EB07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401" y="4559300"/>
            <a:ext cx="4398461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23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291CD742-D316-3D7C-86D8-F4951606A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97100"/>
            <a:ext cx="11266820" cy="45212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bihurketa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adimenduna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774700"/>
            <a:ext cx="9639300" cy="1219576"/>
          </a:xfrm>
        </p:spPr>
        <p:txBody>
          <a:bodyPr/>
          <a:lstStyle/>
          <a:p>
            <a:pPr algn="ctr" fontAlgn="base"/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Nola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erabili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egiaztatzeko</a:t>
            </a:r>
            <a:b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32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4536541-0122-BCC3-80B9-454C83B86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28" y="3120622"/>
            <a:ext cx="10692944" cy="229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95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97100"/>
            <a:ext cx="11266820" cy="45212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Jaurtiketa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adimendunek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baldintzapeko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funtzionatzen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774700"/>
            <a:ext cx="9639300" cy="1219576"/>
          </a:xfrm>
        </p:spPr>
        <p:txBody>
          <a:bodyPr/>
          <a:lstStyle/>
          <a:p>
            <a:pPr algn="ctr" fontAlgn="base"/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Nola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erabili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nuluak</a:t>
            </a:r>
            <a: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egiaztatzeko</a:t>
            </a:r>
            <a:br>
              <a:rPr lang="es-E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32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889264B-EA41-4298-2181-FF4E92C95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065" y="3818873"/>
            <a:ext cx="7631869" cy="191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5620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5881</TotalTime>
  <Words>1181</Words>
  <Application>Microsoft Office PowerPoint</Application>
  <PresentationFormat>Panorámica</PresentationFormat>
  <Paragraphs>177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Kotlin-eko balio nuluen hastapenak</vt:lpstr>
      <vt:lpstr>Kotlin-eko balio nuluen hastapenak</vt:lpstr>
      <vt:lpstr>Kotlin-eko balio nuluen hastapenak</vt:lpstr>
      <vt:lpstr>Kotlin-eko balio nuluen hastapenak</vt:lpstr>
      <vt:lpstr>Kotlin-eko balio nuluen hastapenak</vt:lpstr>
      <vt:lpstr>Kotlin-eko balio nuluen hastapenak</vt:lpstr>
      <vt:lpstr>Kotlin-eko balio nuluen hastapenak</vt:lpstr>
      <vt:lpstr>Oraingo balioen eta ez daudenen arteko aldea</vt:lpstr>
      <vt:lpstr>Oraingo balioen eta ez daudenen arteko aldea</vt:lpstr>
      <vt:lpstr>Oraingo balioen eta ez daudenen arteko aldea</vt:lpstr>
      <vt:lpstr>Oraingo balioen eta ez daudenen arteko aldea</vt:lpstr>
      <vt:lpstr>NULL balioak onartzen dituzten moten eta NULL balioak onartzen ez dituzten moten arteko aldea </vt:lpstr>
      <vt:lpstr>NULL balioak onartzen dituzten moten eta NULL balioak onartzen ez dituzten moten arteko aldea </vt:lpstr>
      <vt:lpstr>NULL balioak onartzen dituzten moten eta NULL balioak onartzen ez dituzten moten arteko aldea </vt:lpstr>
      <vt:lpstr>Nola erlazionatzen dira NULL balioak onartzen dituzten motak eta NULL balioak onartzen ez dituztenak? </vt:lpstr>
      <vt:lpstr>Nola erlazionatzen dira NULL balioak onartzen dituzten motak eta NULL balioak onartzen ez dituztenak? </vt:lpstr>
      <vt:lpstr>Nola erlazionatzen dira NULL balioak onartzen dituzten motak eta NULL balioak onartzen ez dituztenak? </vt:lpstr>
      <vt:lpstr>Nola erlazionatzen dira NULL balioak onartzen dituzten motak eta NULL balioak onartzen ez dituztenak? </vt:lpstr>
      <vt:lpstr>Nola erlazionatzen dira NULL balioak onartzen dituzten motak eta NULL balioak onartzen ez dituztenak? </vt:lpstr>
      <vt:lpstr>Nola erlazionatzen dira NULL balioak onartzen dituzten motak eta NULL balioak onartzen ez dituztenak? </vt:lpstr>
      <vt:lpstr>Nola erabili baldintzak balio nuluak egiaztatzeko </vt:lpstr>
      <vt:lpstr>Nola erabili baldintzak balio nuluak egiaztatzeko </vt:lpstr>
      <vt:lpstr>Nola erabili baldintzak balio nuluak egiaztatzeko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14</cp:revision>
  <dcterms:created xsi:type="dcterms:W3CDTF">2024-08-04T10:10:26Z</dcterms:created>
  <dcterms:modified xsi:type="dcterms:W3CDTF">2024-08-17T19:05:24Z</dcterms:modified>
</cp:coreProperties>
</file>