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3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8/16/2024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8/16/2024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Kotlin-klaseak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definitzen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desberdintasuna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Propietateak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klaseari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anatomia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da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r>
              <a:rPr lang="es-ES" sz="2400" dirty="0"/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8976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erlazionaturako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elkartu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ditzazkegu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konkretu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tipo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pausuz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pausu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-k,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fontAlgn="base"/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Irakurketa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hutseko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Circumference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Guztia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poliki-poliki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definitzen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621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huts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huts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gabe.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mota(tipo)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era batera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lekutan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funtzio-parametro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esaterako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definitzen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AB779F-A9E0-8565-9246-46FD50228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400" y="3328658"/>
            <a:ext cx="1915199" cy="54484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39FD811-25D7-231D-0242-A25364835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023" y="5772124"/>
            <a:ext cx="5091050" cy="9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27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baliagarria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diagramak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bistaratu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kideei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komunikatzeko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Diagramak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diagramazio-estandarra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modelatze-lengoaia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bateratua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UML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erakusteko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koadro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 jarriko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definitzen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B7ED210-D6AD-81C2-AC3A-EDABBF110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874" y="4323042"/>
            <a:ext cx="5369111" cy="205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06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daukagunez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sor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gordetzeko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hutsik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oraindik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bereziki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erabilgarria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Circle-ri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Bizitza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errealean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zirkulu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erradio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ere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ziurtatu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definitzen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739BF1-62C3-A01D-99C0-8A79510A3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521" y="4819638"/>
            <a:ext cx="5268958" cy="71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179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datorren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-a dela eta.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diagrama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daukagunez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prest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definitzen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5D6F6C6-82BB-6543-219C-F0A83B2A55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55" b="11931"/>
          <a:stretch/>
        </p:blipFill>
        <p:spPr>
          <a:xfrm>
            <a:off x="2581748" y="4152900"/>
            <a:ext cx="7025363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20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tipo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ere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88E81B-CEEA-A052-A376-972965107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727" y="2987028"/>
            <a:ext cx="4870545" cy="59437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BA0F76E-4B21-5E55-FAC4-FD62E273A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113" y="5520119"/>
            <a:ext cx="4467773" cy="61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929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1400"/>
            <a:ext cx="11266820" cy="42470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smallCircle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eta 5.2ko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6.7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10.0.Era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5.2ko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</a:t>
            </a: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6.7ko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</a:t>
            </a: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10.0ko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826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1400"/>
            <a:ext cx="11266820" cy="42470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Objektuak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eraikitzen</a:t>
            </a:r>
            <a:endParaRPr lang="es-ES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Laburbilduz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orainarte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(5.2)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Eraikitzaile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ADE97C8-CA04-5089-DE8B-EAE2DCEE6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367" y="2561281"/>
            <a:ext cx="3773265" cy="173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894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1400"/>
            <a:ext cx="11266820" cy="42470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Eraikitzailearen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parametroak</a:t>
            </a:r>
            <a:endParaRPr lang="es-ES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eraikitzaile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eraikitzailearen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irekiera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itxiera-parentesien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parentesi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eraikitzaileari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6741391-2C4F-8F16-8EDD-5FC4BFF78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997" y="4434928"/>
            <a:ext cx="6377102" cy="225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06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1400"/>
            <a:ext cx="11266820" cy="42470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betetzen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dela: 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Eraikitzailearen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eraikitzaileari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diozun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 fontAlgn="base"/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da. </a:t>
            </a:r>
          </a:p>
          <a:p>
            <a:pPr marL="0" indent="0" algn="l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instantzia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zara.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Horregatik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instantziazioa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973668"/>
            <a:ext cx="11133056" cy="706964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622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1400"/>
            <a:ext cx="11266820" cy="42470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ezaugarriak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portaera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deskribatzen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ezaugarri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diametroa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azalera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gauza horren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buNone/>
            </a:pPr>
            <a:br>
              <a:rPr lang="es-ES" sz="2400" dirty="0"/>
            </a:b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marL="0" indent="0" algn="ctr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arteko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desberdintasuna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0DBB86-3DEB-8F49-F926-4A6C48975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100" y="4318107"/>
            <a:ext cx="5740896" cy="224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99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1400"/>
            <a:ext cx="11266820" cy="4247056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honelako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galderak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erantzuten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</a:t>
            </a:r>
          </a:p>
          <a:p>
            <a:pPr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esan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du zerbait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izatea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?</a:t>
            </a:r>
          </a:p>
          <a:p>
            <a:pPr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ezaugarri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?</a:t>
            </a:r>
          </a:p>
          <a:p>
            <a:pPr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Zeregiten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du?</a:t>
            </a:r>
          </a:p>
          <a:p>
            <a:pPr marL="0" indent="0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zirkular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honako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galdera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hauei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erantzuten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die:</a:t>
            </a:r>
          </a:p>
          <a:p>
            <a:pPr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?</a:t>
            </a:r>
          </a:p>
          <a:p>
            <a:pPr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zirkunferentzia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?</a:t>
            </a:r>
          </a:p>
          <a:p>
            <a:pPr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eremua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?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marL="0" indent="0" algn="ctr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arteko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desberdintasuna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467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1400"/>
            <a:ext cx="11266820" cy="42470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bereizten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laguntzeko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32.768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6.62607015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Kolore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urdina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/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Txakur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Rover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Wagglytails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marL="0" indent="0" algn="ctr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arteko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desberdintasuna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1269F8-FA23-E9D3-447D-5C7EA11E7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256" y="4800530"/>
            <a:ext cx="4214225" cy="160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66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1400"/>
            <a:ext cx="11266820" cy="42470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lortzea</a:t>
            </a: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erradioa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radiusOfSmallCircle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5.2 izango da.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marL="0" indent="0" algn="ctr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CCF9482-F642-C762-DE27-9054076EB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48" y="4434928"/>
            <a:ext cx="6871904" cy="108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37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20900"/>
            <a:ext cx="11266820" cy="44375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konstanteak</a:t>
            </a: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parentesien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radius-ekin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koma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bereiziz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beharko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marL="0" indent="0" algn="ctr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84732E-5212-0628-D496-420CD0315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71" y="3429000"/>
            <a:ext cx="6760457" cy="71883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B336B18-6DB9-1EB5-6035-8F3B77608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822" y="5317463"/>
            <a:ext cx="3805451" cy="102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26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74900"/>
            <a:ext cx="11266820" cy="41835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Pi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beharko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luke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zentzurik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eraikitzailearen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Izan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hobe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dei-kodeak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ezin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inoiz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zehaztu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parentesi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marL="0" indent="0" algn="ctr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D78EC92-9835-E181-4056-E171BF058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867" y="4223994"/>
            <a:ext cx="5678266" cy="154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07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74900"/>
            <a:ext cx="11266820" cy="41835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Parentesietatik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ateratzean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jada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eraikitzailearen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bat,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eraikitzaileari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berdin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pribatuak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zirkuluko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ditzazkegu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marL="0" indent="0" algn="ctr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365591-C92E-BCD4-587D-9E7C549A8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707" y="3301986"/>
            <a:ext cx="3492586" cy="55881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529A56A-76BE-F53C-83C4-0651F3EB7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149" y="5174122"/>
            <a:ext cx="5376798" cy="142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86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47900"/>
            <a:ext cx="11266820" cy="43105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zait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arrazoi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askorik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bururatzen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kanpoko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beharko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lukeenik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Egin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barrutik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dadin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propietatearen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gorputzaren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kanpotik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bagara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marL="0" indent="0" algn="ctr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1D54FFD-67DD-9296-F0CA-2E2D479C4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018" y="3590266"/>
            <a:ext cx="4553963" cy="107063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334ACE6-5A69-2B43-EA42-CDA009132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870" y="5369487"/>
            <a:ext cx="3979029" cy="126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86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47900"/>
            <a:ext cx="11266820" cy="43105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UML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-diagrama pi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ikuspena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diagraman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pribatuen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sinbolo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</a:t>
            </a:r>
          </a:p>
          <a:p>
            <a:pPr algn="just" fontAlgn="base"/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publikoen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sinbolo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marL="0" indent="0" algn="ctr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9F648D8-856B-9AE2-8519-826B44748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972" y="4403178"/>
            <a:ext cx="7256056" cy="164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428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47900"/>
            <a:ext cx="11266820" cy="43105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sarritan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kide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gehitzea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klaseari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547E25-A954-984F-62EA-BADBD1143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456" y="3931877"/>
            <a:ext cx="5631088" cy="163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48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47900"/>
            <a:ext cx="11266820" cy="43105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circumference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zentzua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diezaiokegu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gehitzea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klaseari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EDC777D-187E-281E-E3B6-111CE1619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096" y="4138960"/>
            <a:ext cx="6981808" cy="200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01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47900"/>
            <a:ext cx="11266820" cy="43105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diezaion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gehitzea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klaseari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4EBD6B-9460-23E9-48DF-082699826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271" y="3429000"/>
            <a:ext cx="5797457" cy="223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863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47900"/>
            <a:ext cx="11266820" cy="43105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genuenaren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antzera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gehitzea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klaseari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0840A5D-4960-B834-037D-C82C6537C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30" y="3929359"/>
            <a:ext cx="10942628" cy="122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85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47900"/>
            <a:ext cx="11266820" cy="43105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jarraitu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aurretik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gehitu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diezaiogun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circumference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diagramari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!</a:t>
            </a:r>
            <a:br>
              <a:rPr lang="es-ES" sz="2400" dirty="0"/>
            </a:br>
            <a:br>
              <a:rPr lang="es-ES" sz="2400" dirty="0"/>
            </a:b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gehitzea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klaseari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A87B87-5216-7D67-6A67-319A40E8A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783" y="3770578"/>
            <a:ext cx="8166433" cy="214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66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47900"/>
            <a:ext cx="11266820" cy="43105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endParaRPr lang="es-ES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gehitzea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klaseari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5C8CF4D-A174-E2C9-E973-68EE12EE1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827" y="2839818"/>
            <a:ext cx="6460346" cy="371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91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gehitzea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klaseari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2CA1C92-B3D4-21D2-6AD9-1D36A314A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258" y="3111685"/>
            <a:ext cx="5723483" cy="273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874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47900"/>
            <a:ext cx="11266820" cy="43105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UML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gehitzea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klaseari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8BF7EF-A89A-A031-B3EB-AD4D4DAF5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782" y="2933755"/>
            <a:ext cx="8920435" cy="29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44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Klase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anatomia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74FDC71-3FF1-1975-4817-8D6581A78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9" y="2463704"/>
            <a:ext cx="10037221" cy="402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07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Dena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da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16B1FF11-2DEA-44F7-6ED8-947870AE5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47900"/>
            <a:ext cx="11266820" cy="431055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Kotlin-eko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integratuak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badakizue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objetu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19AD64-1621-5F28-B136-18D9EDEE7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73" y="4723118"/>
            <a:ext cx="5626653" cy="68708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200371A-49D4-0443-6151-5D394FDB2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838" y="5640787"/>
            <a:ext cx="9962698" cy="68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55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Dena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da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16B1FF11-2DEA-44F7-6ED8-947870AE5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47900"/>
            <a:ext cx="11266820" cy="43105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Kateak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objetu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893F3D4-6EF7-7980-0A06-A9AA09E0C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25" y="3411923"/>
            <a:ext cx="9760046" cy="198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63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Dena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da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16B1FF11-2DEA-44F7-6ED8-947870AE5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47900"/>
            <a:ext cx="11266820" cy="43105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Boolearrak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objetu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54A3A4-E786-06D6-F6A8-572D2C744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224" y="3211788"/>
            <a:ext cx="6717551" cy="212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041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38" y="711200"/>
            <a:ext cx="8699062" cy="1096432"/>
          </a:xfrm>
        </p:spPr>
        <p:txBody>
          <a:bodyPr/>
          <a:lstStyle/>
          <a:p>
            <a:pPr algn="ctr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Dena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da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16B1FF11-2DEA-44F7-6ED8-947870AE5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47900"/>
            <a:ext cx="11266820" cy="431055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Praktika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onak</a:t>
            </a: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eta 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hobe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| | eta &amp; &amp;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operadoreak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499F851-721A-401A-E385-15102E7E3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36" y="4255752"/>
            <a:ext cx="10759127" cy="102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3271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6024</TotalTime>
  <Words>1542</Words>
  <Application>Microsoft Office PowerPoint</Application>
  <PresentationFormat>Panorámica</PresentationFormat>
  <Paragraphs>309</Paragraphs>
  <Slides>34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1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 klase bat definitzen</vt:lpstr>
      <vt:lpstr> klase bat definitzen</vt:lpstr>
      <vt:lpstr> klase bat definitzen</vt:lpstr>
      <vt:lpstr> klase bat definitzen</vt:lpstr>
      <vt:lpstr> klase bat definitzen</vt:lpstr>
      <vt:lpstr>Objektuak</vt:lpstr>
      <vt:lpstr>Objektuak</vt:lpstr>
      <vt:lpstr>Objektuak</vt:lpstr>
      <vt:lpstr>Objektuak</vt:lpstr>
      <vt:lpstr>Objektuak</vt:lpstr>
      <vt:lpstr>Klase eta Objetuen arteko desberdintasuna</vt:lpstr>
      <vt:lpstr>Klase eta Objetuen arteko desberdintasuna</vt:lpstr>
      <vt:lpstr>Klase eta Objetuen arteko desberdintasuna</vt:lpstr>
      <vt:lpstr>propietateak</vt:lpstr>
      <vt:lpstr>propietateak</vt:lpstr>
      <vt:lpstr>propietateak</vt:lpstr>
      <vt:lpstr>propietateak</vt:lpstr>
      <vt:lpstr>propietateak</vt:lpstr>
      <vt:lpstr>propietateak</vt:lpstr>
      <vt:lpstr>Funtzio gehitzea klaseari</vt:lpstr>
      <vt:lpstr>Funtzio gehitzea klaseari</vt:lpstr>
      <vt:lpstr>Funtzio gehitzea klaseari</vt:lpstr>
      <vt:lpstr>Funtzio gehitzea klaseari</vt:lpstr>
      <vt:lpstr>Funtzio gehitzea klaseari</vt:lpstr>
      <vt:lpstr>Funtzio gehitzea klaseari</vt:lpstr>
      <vt:lpstr>Funtzio gehitzea klaseari</vt:lpstr>
      <vt:lpstr>Funtzio gehitzea klaseari</vt:lpstr>
      <vt:lpstr>Klase baten anatomia</vt:lpstr>
      <vt:lpstr>Dena objektu bat da</vt:lpstr>
      <vt:lpstr>Dena objektu bat da</vt:lpstr>
      <vt:lpstr>Dena objektu bat da</vt:lpstr>
      <vt:lpstr>Dena objektu bat 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19</cp:revision>
  <dcterms:created xsi:type="dcterms:W3CDTF">2024-08-04T10:10:26Z</dcterms:created>
  <dcterms:modified xsi:type="dcterms:W3CDTF">2024-08-16T19:37:28Z</dcterms:modified>
</cp:coreProperties>
</file>