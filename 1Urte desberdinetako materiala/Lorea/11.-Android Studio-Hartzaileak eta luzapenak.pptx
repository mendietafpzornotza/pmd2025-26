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0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Hartzaileak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luzapenak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Hartzaileentzako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Hedapen-funtzioetarako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lnSpc>
                <a:spcPct val="150000"/>
              </a:lnSpc>
              <a:buFont typeface="+mj-lt"/>
              <a:buAutoNum type="arabicPeriod"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Hedaduraren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hasieran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bukaeran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bakunak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Gogoratuko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duzunez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69E589-3FC8-B794-F78C-24D38F2F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497" y="3636297"/>
            <a:ext cx="7545005" cy="6488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4B9C6A1-7FA6-E600-4130-E00BCA185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478" y="4999702"/>
            <a:ext cx="6607044" cy="158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E213-8B4D-2D1C-A4A7-D6EF23A71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65B365-D7FF-C380-55D5-F59F440BA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zaionean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deialdi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puntu-notazioa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deritzo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funtzio-kategoria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aparte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independentean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4A5D981-736F-C999-E5F3-FED1410D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4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7B9C7-4FE4-B3C8-1561-38F3860B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6537ECF-43AE-7741-46BA-6C8BF7EB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289C208-7831-6D17-DAE4-0B587BEA4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11" y="2827855"/>
            <a:ext cx="8874378" cy="28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7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3504-363B-ACA8-E664-D2878351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F91782-D435-57AC-95F8-76D0E1D66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korapilatu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konbinatzen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Begiratu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independente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puntu-notazioan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removePrefix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die: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5715195-BC09-2710-A249-CB73C731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C1ED884-887C-606E-55AB-01EA52EDD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66" y="5045618"/>
            <a:ext cx="9711068" cy="119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7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CA20-7A01-5A04-0695-9F0841F2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748B9B-94B3-DFCD-859D-210DA584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Asmatu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ordenatan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Lehenengo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removePrefix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deitzen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Ondoren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deialdi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horren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emaitza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singleQuoted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funtzioaren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argumentu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bezala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erabiliko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Azkenik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uppercase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singleQuoted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()-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ek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itzultzen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String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objektuan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deituko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42D3F20-8775-27E6-B339-2C95EC9A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43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48907-EE71-26DA-3380-E36B78CFE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D07E47-4ECA-4D2C-8A2E-874310376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Ikusmen-mailan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buruak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prozesatu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alde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erdi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ezkerretara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mugituz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eskuinetara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irakurtzea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1A8B3E9-A6CB-4E57-DDD8-4D6E5EC8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B2DFC9-AB6C-B791-A823-FF4EBA3C4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254" y="4373839"/>
            <a:ext cx="7859491" cy="186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9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D3D3-B52B-464E-A439-CE3B04A1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BACFA7-388F-E12E-36D3-4B88F144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Ikusmen-mailan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buruak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prozesatu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alde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erdi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ezkerretara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mugituz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eskuinetara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litzateke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liburu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irakurtzea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9D6248A-68F7-0645-7C10-2C07887B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EAB1C2-4D36-ACE9-D82F-8A4C249CF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519" y="4305679"/>
            <a:ext cx="7174961" cy="193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11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610F6-CE6C-BF41-EA94-CC16635F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5087AE-2E1F-BD66-0B88-14F6EB7C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Kodea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errazagoa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litzateke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irakurtzeko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eta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ulertzeko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hiru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funtzio-deialdiak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modu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berean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funtzionatuko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balira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eta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norabide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bakarrean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irakurtzea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ahalbidetuko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baligute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Adibidez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puntu-notazioa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erabil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genezake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singleQuoted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funtzioari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deitzeko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nola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egiten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dugun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removePrefix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eta </a:t>
            </a:r>
            <a:r>
              <a:rPr lang="es-E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uppercase</a:t>
            </a:r>
            <a:r>
              <a:rPr lang="es-E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()-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rekin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),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jarraitzeko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askoz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ere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errazagoa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izango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litzateke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Horrela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ikusiko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litzateke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5AF715B-78D6-60DA-6432-23D20DBBE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FE93AC-4226-F07D-EB4A-06490EF4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51" y="5634784"/>
            <a:ext cx="9952670" cy="6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7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22B7-0EC6-ED43-7CA4-394992EB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46ECB0-7D7F-1CFD-01C3-5D787284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1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singleQuoted</a:t>
            </a:r>
            <a:r>
              <a:rPr lang="en-US" sz="2400" kern="1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() String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klasearen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parte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ez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denez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kode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honek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oraindik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ez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du </a:t>
            </a:r>
            <a:r>
              <a:rPr lang="en-U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funtzionatzen</a:t>
            </a:r>
            <a:r>
              <a:rPr lang="en-U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Hala ere,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irakurtzeko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eta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ulertzeko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askoz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errazagoa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izango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litzateke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funtzioei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irakurtzen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diren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ordenan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deitzen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zaielako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ezkerretik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eskuinera</a:t>
            </a:r>
            <a:r>
              <a:rPr lang="es-ES" sz="24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6B50342-96B2-3F90-C7D4-C4BF47BE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54E9B58-F021-1956-9F33-79DCFD97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300" y="4529667"/>
            <a:ext cx="8043399" cy="124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0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A348D-AC92-F809-86A6-DE9C8233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2FEE67-62F9-13EF-767C-569190369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Deialdi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hauek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bertikalki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ere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antola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daitezke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lerro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2400" kern="1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bakoitzean</a:t>
            </a:r>
            <a:r>
              <a:rPr lang="es-E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bat: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BF7C6D4-FA11-B495-0C17-7882858F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6C98E8-4C30-71A1-7329-FF4A3CB8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63" y="3188935"/>
            <a:ext cx="3868074" cy="170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3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E23A5-26CF-BA37-1CBA-027DC8CF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23CD3F-658D-6169-E80E-6FF037AB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naturala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goitik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irakurtzea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Konsistentzia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irakurgarritasuna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hobetzeaz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puntu-notazioa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espero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zaizkionak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Ohituraz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espero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egotea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E8BFA8F-B251-E565-90BB-B8226A5A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45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E513-D3F8-56AC-9172-ED56A2E3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71A74F-8B05-21BD-F3A9-8F2485A18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IntelliJ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Android Studio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IDE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bazara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"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batean"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aurkitzeko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errazagoak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eskuragarri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esploratzeko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bikaina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0107286-FA29-A34F-E843-8DB8B7A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885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C0C21-0F16-F71A-FC1E-B92EDC42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BF1B61-0E78-8216-5FA4-F2F218D5C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968301-0990-C6D9-1FE7-D3CF114B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5" y="2617399"/>
            <a:ext cx="11568369" cy="361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43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207E-94A5-6F9A-78DC-A1DDADFF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00F1B1-C1D5-2865-A006-7C49814A9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helburua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Analizatu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independenteen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antzekotasunak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desberdintasunak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F3E66A2-5BC4-5206-E344-9800BBE9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431C18-749C-CE0C-F4F2-9D24C07C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43" y="3916669"/>
            <a:ext cx="8459313" cy="94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5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6ADEA-7E95-44D9-DF4C-EA383A1B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C24DE0-A84A-ACFD-8690-3EDF36826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Bi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funtzio-kategoria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 uste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Bai,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forma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sintaxia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zertxobait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ezberdina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A308DAC-91C9-4437-7F50-15A712F00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4066BF-605C-2FF7-AD14-58ADEEC6A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29" y="4845032"/>
            <a:ext cx="8184638" cy="84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87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0694-9996-1320-3EAA-730335B2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84C330-D05A-6043-0088-66C0D26D8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kontzeptuari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dagokionez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antzekoak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oinarritutako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Desberdintasun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non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kokatzen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zaionean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>
              <a:spcAft>
                <a:spcPts val="800"/>
              </a:spcAft>
              <a:buNone/>
              <a:tabLst>
                <a:tab pos="457200" algn="l"/>
              </a:tabLst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9537DD2-152C-1675-1BBF-8C214551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544B41-347F-8330-F238-B6A3D2682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934" y="5616757"/>
            <a:ext cx="5433227" cy="9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97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E201-BE37-8064-255B-768AE0A4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0DD80-A9C3-983B-8AFB-D304F0F18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puntuaren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ezkerrean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deialdiaren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deritzo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garrantzitsuak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etorkizuneko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ulertzeko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baliagarriak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hala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esparru-funtzioak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lambda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aurreratuagoak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goazen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sakonago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ikertzera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lvl="0" indent="0">
              <a:spcAft>
                <a:spcPts val="800"/>
              </a:spcAft>
              <a:buNone/>
              <a:tabLst>
                <a:tab pos="457200" algn="l"/>
              </a:tabLst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302B5A2-B97C-6BEB-9FE1-9142B46E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266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0D7E5-500A-E0EE-C4C0-3392A738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0B26E8-FCC2-6F35-47BD-BAB686D8C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entrenatu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zaunka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jasotzean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txakurrari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egin"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bidaltzen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zara,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funtzio-deiaren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CB52DB8-8A4F-FC0B-3776-0860C3FB5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95373F-B0A0-230C-1A59-7F7DE24F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54" y="4202383"/>
            <a:ext cx="4924329" cy="252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25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91B6-C703-BDBF-0899-F605EEE4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ACD06C-2277-BB11-46A2-49F2939E6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entrenatu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zaunka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jasotzean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txakurrari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egin"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bidaltzen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zara,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aginduaren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49F2539-41DB-8329-BCDF-28EC7649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5B52651-AA53-F969-F709-3CBEB03A3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684" y="3708831"/>
            <a:ext cx="5752816" cy="29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22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2AEE3-A395-89D9-F7D6-5F5FC2217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795D68-D80B-22DB-A414-BE2D93D43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funtzio-deiaren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D69C2F9-E473-3D9F-EE26-9B24A441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AC0AE8-02B2-1AF9-0C5C-CBBC4233D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094" y="3125426"/>
            <a:ext cx="6941641" cy="35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863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480C-91F4-98B1-5390-08A80CAE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8B7D4-E6F1-DB42-5940-253F346FA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zehatzago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apur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txakurrari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jarraitzen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74B1F1C-FD03-4C7C-6250-B4F99626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1D9484-4582-CE83-2640-561E8574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288" y="3694034"/>
            <a:ext cx="3549424" cy="316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93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480E-FAD4-98A2-B58D-7003A6D4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3F512C-CABC-FE69-E0C0-3C1529F4D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Fido da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Fido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txakurrari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zaunka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zaunka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uzteko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konbentzitu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...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galdetu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niri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dakidan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!)</a:t>
            </a:r>
          </a:p>
          <a:p>
            <a:pPr marL="0" indent="0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5CC978-7E73-A2B5-1895-C30157E4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AD5A65C-DC29-06B1-DC58-4156EBAA9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53" y="3196496"/>
            <a:ext cx="2409093" cy="13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476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6987-E319-48D1-941B-ADD4D7AC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AC4399-1265-3FCC-616D-CDDA114BE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Fido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jolasten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zaunka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D2DAAFA-BCD6-A984-BB21-95015D25E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33A4B7-9C52-AF04-1E8B-B905E2B7E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83" y="3429000"/>
            <a:ext cx="3406433" cy="287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19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0FF9-324F-8EC6-CFE4-107E2ED8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35A9D1-DBD2-BBCD-A6F0-EFB36BA71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gako-hitza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dagokio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fido.play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funtzio-deiaren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Halaber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kendu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B9F923D-60BD-26AA-175F-0EFDC6ACF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016BB7-1AE4-279C-A65F-48F8EC19F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221" y="4707543"/>
            <a:ext cx="2487779" cy="211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331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A955A-09D5-2A2E-4771-88F4BD7F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5DDCE-1000-E043-AE6D-58020EC99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objektu-izenik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al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38B4F68-A682-CAD9-8D67-8E2174D1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57C166-CACE-E052-C851-B7520AB61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343" y="3720959"/>
            <a:ext cx="4447313" cy="293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55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54AEC-3C17-C8FD-4B41-0A25E5A2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22A48F-4D50-0212-A90C-B8713D2C3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Izatez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i="1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berdinak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F83ABB8-61EC-D57E-CE28-FA195498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90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85E6-6F78-E6CB-191F-C53403D8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6B6D4E-5358-CDB5-C024-039FC07E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isilik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Horregatik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10.8.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agerikoarekin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isila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agerikoa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45C6308-3EEA-E997-09D1-ED0B922E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390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876C-1226-BDA3-89AA-48558683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1E402BC-0F27-6074-CCAC-A208196B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3CE2F6-BA96-8C80-C6BA-19AA2AC7A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550" y="2349008"/>
            <a:ext cx="4088899" cy="45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3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611F-5576-9307-F01C-860095C2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EC222B-A6F7-A31A-1851-5DFA3113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laburbildu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Agerikoa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edo...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buruzko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ezagutza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helburura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B841F06-E104-0C95-A220-780BD14F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Korrutinen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639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8867-834F-7702-A4BE-4BDB8EBA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04172C-E5B4-2108-9020-472031EAE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Une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komatxoen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F04675-FFED-09A7-09D8-7E1A2819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D8C904-0BEF-5629-A07B-7EEC1732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16" y="4798550"/>
            <a:ext cx="5649167" cy="160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46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A9A1-639E-995E-3204-67F9A446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6E99EB-E248-7FF7-4950-F6DFA1460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klaseari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gehituz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ezingo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Kotlin-eko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liburutegi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estandarraren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parte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ireki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Zorionez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Kotinek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zabaldu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daitezkeen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eskaintzen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hasieran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E51FDA9-0DD4-EA08-3EA1-3D74B6A4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022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90AD8-FFED-80CB-34B8-52E3352B0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6076E8-C82D-60BF-4752-F5B228088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Bigarrenik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gorputzean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68AF53C-D001-BC1A-6AE0-73848775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75CE7B-FABD-78FA-B7C7-1685EF916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4" y="2510118"/>
            <a:ext cx="11372071" cy="10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554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1403-FC53-1C8F-284E-58B58D3E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F2A3BE-7D43-7153-003D-6B110E7E5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Bigarrenik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gorputzean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AA85737-1F64-E5FC-0D59-EECCE5B9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9EF5C5-D781-F5D1-D7E4-0312725A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64" y="2510118"/>
            <a:ext cx="11372071" cy="105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21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BD1B-EFCA-86E3-E5C3-23DCC415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BC34AB-61BD-DF34-D2DE-42D9A629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/>
          </a:p>
          <a:p>
            <a:pPr marL="0" indent="0"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 mota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hartzailearen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dio,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title.singleQuoted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D2F9AAE-1074-5E15-1729-62428CC72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ED3190-B909-D97E-CE6B-DB95FFDD1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03" y="2981526"/>
            <a:ext cx="7803794" cy="6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87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F39A7-6C42-2402-9DF4-EDFB64A8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F7E9C3-BD1F-0B0E-9CDF-92097906F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i="0" dirty="0" err="1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()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aldaketa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/>
            </a:b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hartzailearen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erreferentzia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dio,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title.singleQuoted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76AECDE-C779-B293-904C-EF4FB1A2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25BFB7-5EB8-F3CA-BA36-E9B91D7B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03" y="2981526"/>
            <a:ext cx="7803794" cy="6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48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5D43-185C-D72A-6EF3-59CA24D3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CFE30E-F275-530D-8176-68E00DD71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br>
              <a:rPr lang="es-ES" sz="2400" dirty="0"/>
            </a:b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arrunt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bihurtzea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kendu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parentesi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64B2C9D-2C9C-91D5-C846-4F3B1C24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4BB014-B316-8418-61EF-673C63F41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35" y="2482921"/>
            <a:ext cx="3712329" cy="94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14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CF0E-620B-573A-8ACF-BDC22B66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73A17B-F91B-6EA9-BD37-799B2633A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/>
              <a:t>I</a:t>
            </a:r>
          </a:p>
          <a:p>
            <a:pPr marL="0" indent="0"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IntelliJ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Android Studio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bihurtu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birsortze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eskuin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Birsortu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” eta “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Sinadura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”.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bihurtu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84F21C7-2138-E2C6-4DA3-23AA690A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55DFAA1-BA61-F091-76FB-4D32B46A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192" y="2312894"/>
            <a:ext cx="6483616" cy="125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56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5B55-EAFB-2424-F94A-A0A2CFE7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525A5-579C-5B40-A3E6-5E2FB21FA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/>
              <a:t>I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B1BA2E4-4090-BA70-450E-9034536B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3EF504-65CF-B0F2-5303-213466D9C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562" y="2576852"/>
            <a:ext cx="4466876" cy="40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33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D479-3EC6-C137-F045-725BB7DE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A4EF4E-3A60-B9BD-47E1-E30313D5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Aldaketa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r>
              <a:rPr lang="nn-NO" sz="2400" dirty="0">
                <a:latin typeface="Arial" panose="020B0604020202020204" pitchFamily="34" charset="0"/>
                <a:cs typeface="Arial" panose="020B0604020202020204" pitchFamily="34" charset="0"/>
              </a:rPr>
              <a:t>Eta orain, funtzio-dei hau kate deien erdian txerta dezakezu erraz: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520B950-3C36-7F76-6EA2-E9177479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A31989-5838-D49E-A133-481D65DE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928" y="2818835"/>
            <a:ext cx="4636141" cy="6426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58FF50-CE0F-0347-4C68-F53C7C8F6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35" y="4389911"/>
            <a:ext cx="4390126" cy="22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039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6279-DC4B-25E1-4D26-E6A0E3E6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096570-56F1-2032-09C5-C34E9F26B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ohikoak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liburutegi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estandarrak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ugari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harritu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zaitezke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jakitean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removePrefix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kideak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FC4D426-D800-5E48-900B-2A40947E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4262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8743-A562-7CCC-4ACE-0E58A7F6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1015D-0071-D63A-4E62-B57BE3660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s-ES" sz="2400" b="1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bikaina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funtzionaltasun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editatu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sarbiderik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pribatuak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kideetara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sarbiderik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kide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informazio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2825938-013B-F8B3-35AD-85F4B1A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Hedapen-funtzioetarako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7641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0D020-D3C4-369F-3C0F-B3B73FE0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15B72-9A64-8704-F31F-B7D5F37DE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Errore-mezua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jasoko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segurtasun-deiaren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konpon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00680C9-357B-977C-859C-2A7B9A0BA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hartzaile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2216D8-146A-C4C6-A6D0-9CC3C53B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6264" y="3175826"/>
            <a:ext cx="4872670" cy="97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7533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D826-B2FC-E9AC-9132-BF1F847A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75ADC9-212C-AA3F-65DE-E1D56DA24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eskaintzen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du: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EA6718-202A-F190-A846-0CD0F7EE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hartzaile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059E88-BCF9-E3AA-22CF-E66EDC04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02" y="4585447"/>
            <a:ext cx="9563196" cy="133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6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93BE-C217-0EA4-B5A0-EC4AC9F2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50B80-1AFC-08EE-3DFA-A06760E78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bertsio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bertsioak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segurtasun-deiaren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operadore normal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8AF5B09-5B21-8045-BC69-D1AACCC8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hartzaile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7862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B126-62D5-8333-B84F-A088844C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6D8A7-3111-987A-AF0F-92106D5FF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bertsio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singleQuoted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bertsioak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segurtasun-deiaren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operadore normal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ahal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0873535-0B35-14AD-E8F4-1F8489F6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hartzaile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A73200-8367-09E6-4A5A-008D999B4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234" y="5300101"/>
            <a:ext cx="4090766" cy="142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637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93CD-5E8F-EB9B-9421-B28FCA8E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645BA-C7E3-D33A-0C33-21BA361FE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Aitzitik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segurtasun-deiaren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denean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aurrekoaren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aldea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segurtasun-deiaren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operadorearekin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newTitle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izatea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b="0" i="0" dirty="0">
                <a:solidFill>
                  <a:srgbClr val="272822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Por lo tanto, elija con cuidado entre un operador de puntos y un operador de llamada segura, en función de sus expectativas</a:t>
            </a:r>
            <a:r>
              <a:rPr lang="es-ES" sz="2400" b="0" i="0" dirty="0">
                <a:solidFill>
                  <a:srgbClr val="272822"/>
                </a:solidFill>
                <a:effectLst/>
                <a:latin typeface="Roboto" panose="02000000000000000000" pitchFamily="2" charset="0"/>
              </a:rPr>
              <a:t>.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FBB55B8-F056-1429-ECAE-7F772E28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nuluak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onartzen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dituzten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hartzaile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motak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55F8F4-2FD0-1617-1855-962CBB773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485" y="5671006"/>
            <a:ext cx="3332801" cy="112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17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893D-FDCF-BAC6-FE72-EA73ED31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AB7E6D-2C71-0721-22BF-695E53C02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funtzioez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propietateak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ere sor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gordetzeko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ezin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identifikazio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zenbaki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kalkulu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txikiak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Sortu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bat,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20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karaktere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ala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9889026-FE96-DE98-204F-DC78D435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Hedaduraren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E1B101-5FFE-C107-FEE8-040C87C05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949" y="5433888"/>
            <a:ext cx="5002551" cy="118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92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A6334-FAE9-6A71-C5AF-D3A9A5B3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8F22FA-A017-71B8-D02A-165563B69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luzapen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zehazten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eta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eskuragarri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73AF929-81CE-B5CB-27DA-B0F5A9F1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Hedaduraren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53B1F0-AFD3-A6DE-148D-FAD2FA14D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930" y="3702848"/>
            <a:ext cx="5996140" cy="253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223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34B8-87FE-CB4F-1A58-0E3A5542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DD8FC9-AC1B-59D7-D773-1300E8EC6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590" y="2312894"/>
            <a:ext cx="11266820" cy="454510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Arestian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aipatu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hartzaile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isil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gabe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192125B-EF4D-8EDB-F0A9-21364266B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Hedaduraren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8B321FC-7A09-F5B8-793E-CD5A1BA65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355" y="3631086"/>
            <a:ext cx="4331290" cy="1068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58C7E63-06FA-54B8-7FAF-D220273CF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683" y="5485114"/>
            <a:ext cx="8229817" cy="10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4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10697</TotalTime>
  <Words>2364</Words>
  <Application>Microsoft Office PowerPoint</Application>
  <PresentationFormat>Panorámica</PresentationFormat>
  <Paragraphs>258</Paragraphs>
  <Slides>52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61" baseType="lpstr">
      <vt:lpstr>Algerian</vt:lpstr>
      <vt:lpstr>Arial</vt:lpstr>
      <vt:lpstr>Century Gothic</vt:lpstr>
      <vt:lpstr>Corbel</vt:lpstr>
      <vt:lpstr>Roboto</vt:lpstr>
      <vt:lpstr>Verdana</vt:lpstr>
      <vt:lpstr>Wingdings</vt:lpstr>
      <vt:lpstr>Wingdings 3</vt:lpstr>
      <vt:lpstr>Sala de reuniones Ion</vt:lpstr>
      <vt:lpstr>Android studio</vt:lpstr>
      <vt:lpstr> helburuak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Funtzio independenteak eta objektu-funtzioak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Korrutinen oinarriak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Hedapen-funtzioetarako sarrera</vt:lpstr>
      <vt:lpstr>Balio nuluak onartzen dituzten hartzaile motak</vt:lpstr>
      <vt:lpstr>Balio nuluak onartzen dituzten hartzaile motak</vt:lpstr>
      <vt:lpstr>Balio nuluak onartzen dituzten hartzaile motak</vt:lpstr>
      <vt:lpstr>Balio nuluak onartzen dituzten hartzaile motak</vt:lpstr>
      <vt:lpstr>Balio nuluak onartzen dituzten hartzaile motak</vt:lpstr>
      <vt:lpstr>Hedaduraren propietateak</vt:lpstr>
      <vt:lpstr>Hedaduraren propietateak</vt:lpstr>
      <vt:lpstr>Hedaduraren propietateak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26</cp:revision>
  <dcterms:created xsi:type="dcterms:W3CDTF">2024-08-04T10:10:26Z</dcterms:created>
  <dcterms:modified xsi:type="dcterms:W3CDTF">2024-11-08T08:20:17Z</dcterms:modified>
</cp:coreProperties>
</file>