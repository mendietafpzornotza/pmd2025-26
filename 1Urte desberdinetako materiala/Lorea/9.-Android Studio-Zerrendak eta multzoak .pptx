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0" r:id="rId4"/>
    <p:sldId id="302" r:id="rId5"/>
    <p:sldId id="325" r:id="rId6"/>
    <p:sldId id="326" r:id="rId7"/>
    <p:sldId id="327" r:id="rId8"/>
    <p:sldId id="328" r:id="rId9"/>
    <p:sldId id="329" r:id="rId10"/>
    <p:sldId id="331" r:id="rId11"/>
    <p:sldId id="330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258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79" r:id="rId61"/>
    <p:sldId id="380" r:id="rId62"/>
    <p:sldId id="381" r:id="rId63"/>
    <p:sldId id="382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Kotlin-Bildumak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multzoak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aldagarrien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aldea.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aldea.</a:t>
            </a: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indibidualak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idaztea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interesgarriagoa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ahal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irakurle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amorratua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berrienbila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norbaitek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daraman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Nola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98E490-FF1C-7F5E-585C-0ACD300E2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75" y="4935504"/>
            <a:ext cx="2256450" cy="192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ohikoenetako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listOf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Libby-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B66C56-BFE0-C916-7F3B-3FD64473E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530" y="3671516"/>
            <a:ext cx="5372036" cy="305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3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30CC17-D2DE-CB87-5599-16169A663B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52" b="38208"/>
          <a:stretch/>
        </p:blipFill>
        <p:spPr>
          <a:xfrm>
            <a:off x="1357022" y="3168087"/>
            <a:ext cx="9477955" cy="324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0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paperezko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liburuen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E81B95-6B47-38E5-69AE-82D2EB69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695" b="88977"/>
          <a:stretch/>
        </p:blipFill>
        <p:spPr>
          <a:xfrm>
            <a:off x="4211412" y="5721249"/>
            <a:ext cx="3769175" cy="6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2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endParaRPr lang="es-ES" sz="2400" dirty="0"/>
          </a:p>
          <a:p>
            <a:pPr marL="0" indent="0" algn="l" fontAlgn="base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orokorra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dute.Adibide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konkretuarekin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6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9C26CD-ED9B-495D-79B3-4AC53387D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107" b="32778"/>
          <a:stretch/>
        </p:blipFill>
        <p:spPr>
          <a:xfrm>
            <a:off x="2380150" y="2615714"/>
            <a:ext cx="7431700" cy="32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7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mota.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kortxete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angeluar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booksToReades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2F9A7E0-F60B-A742-9591-7222A7E4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683" y="4384418"/>
            <a:ext cx="4810633" cy="185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43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oraingoan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aldakorrerako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 hau generiko baten instantzia bat da.</a:t>
            </a:r>
            <a:br>
              <a:rPr lang="de-DE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919F27-A04D-A35F-92B3-61A31DF95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288" b="52499"/>
          <a:stretch/>
        </p:blipFill>
        <p:spPr>
          <a:xfrm>
            <a:off x="3326285" y="3429000"/>
            <a:ext cx="5402525" cy="247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3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Rebeccaren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Beyond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Expanse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Nola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listOf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izenburua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listOf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Ezin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kendu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Programazioan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dotorea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aldaezina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51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5147127-770A-456A-867F-CA4263E1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232" y="2625446"/>
            <a:ext cx="7313535" cy="34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67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Beyond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Expanse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ebaluatzen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booksToReady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newBooksToRead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A83DA04-0B4E-99D3-A345-65672DB3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339" b="26592"/>
          <a:stretch/>
        </p:blipFill>
        <p:spPr>
          <a:xfrm>
            <a:off x="2579038" y="3859782"/>
            <a:ext cx="5899695" cy="271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94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35200"/>
            <a:ext cx="11266820" cy="4622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kapitulua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val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VAR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aldaezin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booksToReadvariable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val-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dakioke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E66F5D-4857-2F71-34A2-5AFD99F65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380" y="4546600"/>
            <a:ext cx="3997239" cy="217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48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35200"/>
            <a:ext cx="11266820" cy="4622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Paperezko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zaharra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zakarrontzira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bota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4910FD-14F8-9A5B-A2FE-EEE1D796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660" y="3429000"/>
            <a:ext cx="6699775" cy="296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88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35200"/>
            <a:ext cx="11266820" cy="46228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zuela uste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Rebeccaren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Badakizu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Among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Aliens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nuen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astean. Ez zen oso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",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"Ez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kendu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Pentsa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operadore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operadore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gutxiago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51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eranstea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ezabatzea</a:t>
            </a: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515CE5-9D0F-C392-C188-B40EDBE7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33" y="2359366"/>
            <a:ext cx="5384932" cy="31232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143D76D-CD39-B63C-F45D-295FE6BCA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80" y="5897663"/>
            <a:ext cx="10878637" cy="67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54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21466"/>
            <a:ext cx="11266820" cy="4436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normal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aldaketarik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operadore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eskaintzen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aldaketak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MutableList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ezabatzeko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aldakorra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963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aldakorra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FF5979-B889-FDCA-A994-301CB789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59" y="2750321"/>
            <a:ext cx="6040682" cy="325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78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aldakorra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br>
              <a:rPr lang="es-ES" sz="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800" dirty="0"/>
            </a:br>
            <a:br>
              <a:rPr lang="es-E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1200" dirty="0"/>
            </a:br>
            <a:b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br>
              <a:rPr lang="es-ES" sz="2400" dirty="0"/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2" name="Nube 1">
            <a:extLst>
              <a:ext uri="{FF2B5EF4-FFF2-40B4-BE49-F238E27FC236}">
                <a16:creationId xmlns:a16="http://schemas.microsoft.com/office/drawing/2014/main" id="{F40F657F-13F5-EFEA-C19A-5643FD329A94}"/>
              </a:ext>
            </a:extLst>
          </p:cNvPr>
          <p:cNvSpPr/>
          <p:nvPr/>
        </p:nvSpPr>
        <p:spPr>
          <a:xfrm>
            <a:off x="0" y="2150534"/>
            <a:ext cx="12192000" cy="460118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br>
              <a:rPr lang="es-ES" dirty="0"/>
            </a:br>
            <a:b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bazara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eta -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eragileak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MutableList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bazara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eta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3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3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s-ES" sz="2400" dirty="0"/>
            </a:b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8729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421467"/>
            <a:ext cx="11266820" cy="4436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titulua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808B10-97C7-58F6-6DDD-67536008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32" y="3132667"/>
            <a:ext cx="5595135" cy="341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50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421467"/>
            <a:ext cx="11266820" cy="4436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ateratzeko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0ko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1ekoa,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hirugarrenak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2koa,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049110-0065-06EE-6932-D2CFB2B26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58" y="4898236"/>
            <a:ext cx="3464684" cy="1796845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1AB584D-6ABF-7576-632E-93C910E5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503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pasa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(0)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FA82079-23EA-B4FD-4957-71B8DA761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668" y="3666839"/>
            <a:ext cx="4168663" cy="305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 ]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kortxete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aurkibidea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erdian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Lortu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1B80C0-3E53-2EE2-1D69-8B5C8618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821" y="4259985"/>
            <a:ext cx="7447454" cy="12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4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booksToRead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eskero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ondorengoa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lortzen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/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Bertikalean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765730-E331-498E-0D9F-FED867A2C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7" y="3086731"/>
            <a:ext cx="10759146" cy="6845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D9C7409-DCB1-EB81-D28E-76162D649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34" y="4501297"/>
            <a:ext cx="3135508" cy="1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33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aspergarria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ordenaz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inprimatzean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halabeharrez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inprimatzean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banan-banan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zeharkatu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Zorionez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8494C9-307A-0DFB-1ABF-058E9B45E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328" b="75739"/>
          <a:stretch/>
        </p:blipFill>
        <p:spPr>
          <a:xfrm>
            <a:off x="3977843" y="5262344"/>
            <a:ext cx="4759757" cy="141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12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Kode-lerro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ibiltzean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zirkuluan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bueltaka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191C8E-ADA7-3EA4-B702-DCBD3482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20" y="4457579"/>
            <a:ext cx="3551056" cy="22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28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goragoko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578EEF5-2569-CE9E-B771-90BD2031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3C68D8-A003-D0B7-41EE-A66BA6C61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783" y="4013200"/>
            <a:ext cx="5774434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02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B3082-4B0A-5429-DCB9-996D1298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BAD8EE-91CE-25D3-833B-5B119F9DB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zenezakeen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Alternatiba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'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inplizitua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atsegina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zehatza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Izan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75719FC-D929-C25D-5840-5CB22FE6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8EF997-3C6E-EBA8-1905-7C3BF938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74" y="5000399"/>
            <a:ext cx="8764748" cy="123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87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0D41-44A9-B11E-135F-565886CE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F93DF-DE12-2144-C792-0EF0D7E88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bertikalki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ohar-blokean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87DB9AFB-743B-799A-6FCB-3CA7A6AD1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Bukleak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begiztak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eta</a:t>
            </a:r>
            <a:r>
              <a:rPr lang="pt-BR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pt-BR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iterazioak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94B9BC-C146-9079-7E8E-9D047F70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953" y="3575857"/>
            <a:ext cx="4556093" cy="224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66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C47FA-E478-A181-69F1-C1D11A88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01FBDD-6D3C-320B-2720-684A1AC06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 prest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irakurtzeko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interesa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pertsona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partekatzeko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Nolan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lagunarekin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kopia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litzaidake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'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alfabetikoki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'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EE7CE2D-CFD8-6E9B-EFE1-CE1B510A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Kobrantza-eragiketak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094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6DCA-094A-7C5C-858E-314323B2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B0AF04-74AC-0B8A-A711-C01AE805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nolabait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7FC30FD-AB29-1133-CF04-7B54153C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64D198-D3B1-40A4-303A-D730FC79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909" y="3691383"/>
            <a:ext cx="7435277" cy="314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55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648E-FDBA-01F1-A04B-B74C6488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76F6A-4E4F-AA2E-ECAC-D60D2774B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StringObjektuek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removePreferx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erakutsiko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F2334FC-2C4F-C67A-3FB7-B37FB618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CE319C-37C7-07F8-9EAF-8EC818B80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26" y="5050246"/>
            <a:ext cx="9918319" cy="129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84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A542-A50D-A2CA-3A57-99C73CEF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AAD826-2AB9-181A-B9CD-A350209E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erremovePreferx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falta!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badakit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duela",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Damutu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zen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D937099-91DF-6BB6-E93B-9D0B621F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6CE710-45D3-1099-FA99-5C583A540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01" y="4457579"/>
            <a:ext cx="5564094" cy="23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11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EB511-8346-8ED8-21EA-B93C1C6A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42403F-36BC-DD0C-BB03-8315EED22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du",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konplikatua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da..."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Arrazoia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Libby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lambda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jasotzen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D7D936A-6535-6C6E-8B79-D3EB16B7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081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CDA0F-A482-6CFC-5752-8390E4CD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2ADAEB-0103-830C-629D-FE1778C6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Libby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DB00AC4-5CB9-CD1D-9058-B9B62142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C08B7-B210-C0B2-D40E-2F334962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686" y="4457579"/>
            <a:ext cx="7422628" cy="15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72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FED9-E80A-D1AF-AC48-6DF23953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49F68D-9762-D834-B79B-7A9EB45BF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MutableList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A984470-E9BA-E9C9-66FF-FA254E07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440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91F8-7690-522E-15B7-6A835047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5BEF005C-F984-01AF-A8BC-3FEEAA4F1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35CC32-0F4C-A3F7-26A2-6015A021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987" y="2381327"/>
            <a:ext cx="5622026" cy="42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54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4C0E-849C-5995-1799-FB3D7888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9AEE97-3D2C-FE92-16F7-10265CE3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Ravine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Sorrows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Kingsford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Mystery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egon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8477CEC8-7E52-F06A-82D9-7036DCB6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FA07A2-A2A9-47D3-8830-B006AB5C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931" y="4296550"/>
            <a:ext cx="4270137" cy="226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684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04E7-0576-4D9D-7186-EDCEC67A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608F5-7278-95E9-8BFD-66E4EB9CA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hurbilagotik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A473D1E-D9F8-A390-1C37-48B60D2F2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1B94E3-8BB1-A494-3CB5-1903C8834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959" y="3412006"/>
            <a:ext cx="8233177" cy="259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99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0209-6433-67C1-B5B0-D99630E6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FD62B-0009-EAED-1765-A8376C13C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Lambdaren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izango da.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zerbait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F699364-0080-7D01-1DA5-D434D1C8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bihurketa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018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61D2-2B25-2534-D333-674C1BA6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9F212-F049-BAF0-7BB3-9EB9C85F0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ugarietako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erabilgarria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berehala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ED8C72C-E00C-7D9B-591F-6E518757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ordenatzea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2DA724-1FE1-6E6E-FB79-A64C0639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8" y="5285300"/>
            <a:ext cx="11843779" cy="58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89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AE03-84E1-8DC6-B575-23BF35EA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23424A-A118-762A-E01F-FD47CCDC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Zozketako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zituenean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espero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2452C1F-C1F1-3C44-1DC4-66ABB9D9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ordenatzea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AFA983-4954-B030-3001-767B58A53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770" y="3487761"/>
            <a:ext cx="4448460" cy="253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698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E882-9ABB-42B2-5714-BFD42AE0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FAB896-F74B-A953-46C7-ABE841645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Irakurketa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bilketa-eragiketa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B2EF8A1-B4CC-6D54-DF24-A9EC9781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472" y="714169"/>
            <a:ext cx="9389228" cy="164253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ordenatzea</a:t>
            </a:r>
            <a:b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E308D3-7245-6E93-116E-A006B9369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729" y="3827753"/>
            <a:ext cx="9539638" cy="198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531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BF661-813C-8168-FA09-89B837A5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5A05F6-E16E-0FA7-4ABC-611B648B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hunkituta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du,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alfabetikoki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Nolanekin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partekatzeko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irrikitan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irakurtzen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!“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...?"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errepikatu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"Ondo da",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pentsatu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tituluak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azkenekoz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 Orri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ohar-bloketik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pertsonalizatu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Nolanentzat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utziz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7B33A5B-5D7E-0913-A545-95E5C3FB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2703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827CA-8255-1D6B-5412-1598C1CE3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79EE77CD-6081-90A5-5571-68B0834BB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8B5BED-069C-C65E-99C9-F0FB53BE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64" y="2779526"/>
            <a:ext cx="8947671" cy="384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23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B930-D553-E800-6EB9-3E4D3C27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630B0D-4795-95AA-43B6-CB63C38BD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"Nola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galdetu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buruari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Ziurrenik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asmatu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du,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eta, espero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Hautsak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alergenoak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girotuaren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eragozten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aire-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zerrenda-iragazki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blokeatu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91157BD-BB19-77D4-EB07-144980FB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60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7375-164F-5823-B6BE-46888F12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C5E65-617F-2BA8-6A6F-F7D936780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Misterioa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9C4A9A8-D3CF-602A-7699-87466A39B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EC98E1-BAB6-B1F7-0FAB-64263886F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41" y="4054227"/>
            <a:ext cx="7543717" cy="20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22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1BB5-DC2B-ADE0-267E-DD1D2A6E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87F101-9F3F-3D88-D85C-6B83BD26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 lambda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eta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trukatzen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booksForNolanen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Huts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6EDBAFD-C74C-6BC1-2F2F-1C24FA98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2740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34F2-67CD-7A79-3BDB-41A1EC4F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AB8B4375-9F2E-C7A8-28E8-6310F34E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ECA334-3799-D77A-6A08-8C71473A1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41" y="2495910"/>
            <a:ext cx="6538117" cy="401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409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C2173-81B2-7E68-B925-D4BAAE65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C46FB2-DCBD-8B99-551B-07334F914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07734"/>
            <a:ext cx="11266820" cy="395072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banakatuta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35CF6A3-C6C3-7480-0420-89057892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ED6A8F-81E8-2478-AB64-1B36D10E7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262" y="3596162"/>
            <a:ext cx="8139475" cy="23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803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8AF76-0999-01F0-751C-CA794FFE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3822D-D11A-8446-0556-81FA9379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07734"/>
            <a:ext cx="11266820" cy="3950722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hauxe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Libbyk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1488A59-02A4-2DB1-55F1-9C4137F7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Bildumak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iragaztea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(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Flitrar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):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aipatzea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4844DE-4B53-724A-A971-F8DC42823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503" y="3651238"/>
            <a:ext cx="6230994" cy="110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1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AB69F-C4AA-7F7A-4DBB-D4692D80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778D2E-4CE7-21C4-A5C5-92FA99337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bilketa-eragiketa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bata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atzetik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bilketa-eragiketak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kate-maila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Kode-zerrenda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sorted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kateatuta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4F1705A-ED91-223C-FB66-25F39B78D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Biltzeko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eragiketa-kateak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3D106A-6885-B54C-D45E-DA91CC04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4" y="4792097"/>
            <a:ext cx="7491872" cy="15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513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F767-25D8-BAC2-4A10-E1AACE7E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C426A3-C860-DEC1-00F9-01109AF1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eragiketa-katea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Izan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Finalfilter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booksForNolan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bilketa-eragiketen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eragiketan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DEC593E-BF07-9FD1-1FF5-6CF2DB18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Biltzeko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eragiketa-kateak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078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5971-3AE7-FFEB-0EC7-91BAD700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F968EF-84DA-D45C-384F-B0710C642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urrats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D07E875-688A-847F-2AC5-6BAD2F15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Biltzeko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eragiketa-kateak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8627EF-BD88-D26A-A600-2FBFD520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674" y="4068151"/>
            <a:ext cx="7574652" cy="265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96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0D76-1F06-187A-5BA9-C4AEBF98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6386D1-EC54-796B-A86C-4A7F841B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bilketa-eragiketa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baliagarriak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dakizkizuke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(3)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aipatzen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(5)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E27043B-010E-C002-8D83-8FC4341D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kobrantza-eragiketa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</p:spTree>
    <p:extLst>
      <p:ext uri="{BB962C8B-B14F-4D97-AF65-F5344CB8AC3E}">
        <p14:creationId xmlns:p14="http://schemas.microsoft.com/office/powerpoint/2010/main" val="28816135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B21C-D83D-9576-D084-67E6A76E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FA783-2837-5AE3-4D4D-73ECB4CA8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bikoiztutako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Reversed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jatorrizkoaren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alderantzizkoa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6E0DBFA-772B-BB00-8EB8-D1F19B25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kobrantza-eragiketa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</p:spTree>
    <p:extLst>
      <p:ext uri="{BB962C8B-B14F-4D97-AF65-F5344CB8AC3E}">
        <p14:creationId xmlns:p14="http://schemas.microsoft.com/office/powerpoint/2010/main" val="20491914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2457-CF3A-DAFF-8C11-D6ADF6F7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321E1D-AD2B-4244-A75B-BEFF512D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merezi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aipatzea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ziurrenik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baliagarriak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bermatzeko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baliagarriak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bermatzeko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misterio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gogokoenaren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egileak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Slim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Chanceryk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Nolan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C39EC7B-33CD-091C-F944-B579B7C9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7015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DF73-4963-90D3-E17D-6C1A3259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09BFC9-CCDF-07DC-1B77-279AA7E0F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setOf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mutableSetOf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listOf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mutableListOf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08470EF-7ADE-65B6-97C3-3B8486BC6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AAE905-307A-CE90-7897-C51CE433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20" y="4262142"/>
            <a:ext cx="4895456" cy="21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187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7F0F-5769-34F8-DE9D-91AD3DB01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1D19B7-FBCA-387E-E6C9-8DF59544E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jada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aldaketarik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FF6B27E-9670-2F08-4B4C-C79BD25E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A9340A-5465-2A6B-0B37-3613A6F61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222" y="3463644"/>
            <a:ext cx="7107556" cy="31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044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8EE7-1873-F304-803F-F7B39C05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D8C21-60B8-F7E8-D1BE-1E676B646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bilketa-eragiketa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inprimatzen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indizerik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taldeek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66D3EB4-B18B-04F1-80FF-3A529022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7002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3719-0172-F06D-BB53-875377C3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5E633-60BD-D46B-8C02-DC56282F0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56702"/>
            <a:ext cx="11266820" cy="4201754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funtsezko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kopiak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gabeko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bermatzen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bikoizturik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alderantziz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ToSet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toList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galduko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2FF0D3C-733D-7C68-1E1E-F3B1F424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4318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496A-2ABA-3DBD-E069-D921DE3A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84D4291B-94FA-F867-41C4-EF04F6F4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36DACD-8C12-5581-83AA-AB39AE7F9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0" y="2843048"/>
            <a:ext cx="10183440" cy="291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19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9233</TotalTime>
  <Words>3336</Words>
  <Application>Microsoft Office PowerPoint</Application>
  <PresentationFormat>Panorámica</PresentationFormat>
  <Paragraphs>232</Paragraphs>
  <Slides>63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71" baseType="lpstr">
      <vt:lpstr>Algerian</vt:lpstr>
      <vt:lpstr>Arial</vt:lpstr>
      <vt:lpstr>Century Gothic</vt:lpstr>
      <vt:lpstr>Corbel</vt:lpstr>
      <vt:lpstr>Verdana</vt:lpstr>
      <vt:lpstr>Wingdings</vt:lpstr>
      <vt:lpstr>Wingdings 3</vt:lpstr>
      <vt:lpstr>Sala de reuniones Ion</vt:lpstr>
      <vt:lpstr>Android studio</vt:lpstr>
      <vt:lpstr> helburuak</vt:lpstr>
      <vt:lpstr>Nola sortu zerrenda bat</vt:lpstr>
      <vt:lpstr> Zerrendetarako sarrera  </vt:lpstr>
      <vt:lpstr> Zerrendetarako sarrera  </vt:lpstr>
      <vt:lpstr> Zerrendetarako sarrera  </vt:lpstr>
      <vt:lpstr>  Bildumak eta motak    </vt:lpstr>
      <vt:lpstr>  Bildumak eta motak    </vt:lpstr>
      <vt:lpstr>  Bildumak eta motak    </vt:lpstr>
      <vt:lpstr>  Bildumak eta motak    </vt:lpstr>
      <vt:lpstr>   Elementu bat eranstea eta ezabatzea      </vt:lpstr>
      <vt:lpstr>   Elementu bat eranstea eta ezabatzea      </vt:lpstr>
      <vt:lpstr>   Elementu bat eranstea eta ezabatzea      </vt:lpstr>
      <vt:lpstr>   Elementu bat eranstea eta ezabatzea      </vt:lpstr>
      <vt:lpstr>   Elementu bat eranstea eta ezabatzea      </vt:lpstr>
      <vt:lpstr>   Elementu bat eranstea eta ezabatzea      </vt:lpstr>
      <vt:lpstr>   Elementu bat eranstea eta ezabatzea      </vt:lpstr>
      <vt:lpstr>    Zerrenda eta zerrenda aldakorra        </vt:lpstr>
      <vt:lpstr>    Zerrenda eta zerrenda aldakorra        </vt:lpstr>
      <vt:lpstr>    Zerrenda eta zerrenda aldakorra        </vt:lpstr>
      <vt:lpstr>elementu bat zerrenda batetik Lortu</vt:lpstr>
      <vt:lpstr>elementu bat zerrenda batetik Lortu</vt:lpstr>
      <vt:lpstr>elementu bat zerrenda batetik Lortu</vt:lpstr>
      <vt:lpstr>elementu bat zerrenda batetik Lortu</vt:lpstr>
      <vt:lpstr>Bukleak(begiztak) eta iterazioak</vt:lpstr>
      <vt:lpstr>Bukleak(begiztak) eta iterazioak</vt:lpstr>
      <vt:lpstr>Bukleak(begiztak) eta iterazioak</vt:lpstr>
      <vt:lpstr>Bukleak(begiztak) eta iterazioak</vt:lpstr>
      <vt:lpstr>Bukleak(begiztak) eta iterazioak</vt:lpstr>
      <vt:lpstr>Bukleak(begiztak) eta iterazioak</vt:lpstr>
      <vt:lpstr>Kobrantza-eragiketak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Bildumen mapaketa: elementuen bihurketa </vt:lpstr>
      <vt:lpstr>Bildumak ordenatzea </vt:lpstr>
      <vt:lpstr>Bildumak ordenatzea </vt:lpstr>
      <vt:lpstr>Bildumak ordenatzea 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Bildumak iragaztea(Flitrar): elementuak sartzea eta ez aipatzea</vt:lpstr>
      <vt:lpstr>Biltzeko eragiketa-kateak</vt:lpstr>
      <vt:lpstr>Biltzeko eragiketa-kateak</vt:lpstr>
      <vt:lpstr>Biltzeko eragiketa-kateak</vt:lpstr>
      <vt:lpstr>Beste kobrantza-eragiketa batzuk</vt:lpstr>
      <vt:lpstr>Beste kobrantza-eragiketa batzuk</vt:lpstr>
      <vt:lpstr>Multzoetarako sarrera</vt:lpstr>
      <vt:lpstr>Multzoetarako sarrera</vt:lpstr>
      <vt:lpstr>Multzoetarako sarrera</vt:lpstr>
      <vt:lpstr>Multzoetarako sarrera</vt:lpstr>
      <vt:lpstr>Multzoetarako sarrera</vt:lpstr>
      <vt:lpstr>Multzoetarako sarrera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18</cp:revision>
  <dcterms:created xsi:type="dcterms:W3CDTF">2024-08-04T10:10:26Z</dcterms:created>
  <dcterms:modified xsi:type="dcterms:W3CDTF">2024-11-05T12:56:21Z</dcterms:modified>
</cp:coreProperties>
</file>